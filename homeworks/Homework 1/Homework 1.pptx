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3" r:id="rId4"/>
    <p:sldId id="264" r:id="rId5"/>
    <p:sldId id="265" r:id="rId6"/>
    <p:sldId id="266" r:id="rId7"/>
    <p:sldId id="267" r:id="rId8"/>
    <p:sldId id="261" r:id="rId9"/>
    <p:sldId id="262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F6DB4C-41BF-476D-B56E-CD38919E27BC}" v="2" dt="2025-12-01T15:36:39.3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96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aley, Sean" userId="S::ststal01@louisville.edu::5b65b0e7-e88b-4844-a922-92ee8e1c9235" providerId="AD" clId="Web-{B8EBD0BA-A7F4-EBE7-AEFD-E412CBF8902F}"/>
    <pc:docChg chg="addSld delSld modSld">
      <pc:chgData name="Staley, Sean" userId="S::ststal01@louisville.edu::5b65b0e7-e88b-4844-a922-92ee8e1c9235" providerId="AD" clId="Web-{B8EBD0BA-A7F4-EBE7-AEFD-E412CBF8902F}" dt="2025-09-12T04:53:44.231" v="364"/>
      <pc:docMkLst>
        <pc:docMk/>
      </pc:docMkLst>
      <pc:sldChg chg="addSp delSp modSp mod modClrScheme chgLayout">
        <pc:chgData name="Staley, Sean" userId="S::ststal01@louisville.edu::5b65b0e7-e88b-4844-a922-92ee8e1c9235" providerId="AD" clId="Web-{B8EBD0BA-A7F4-EBE7-AEFD-E412CBF8902F}" dt="2025-09-12T04:52:05.465" v="347"/>
        <pc:sldMkLst>
          <pc:docMk/>
          <pc:sldMk cId="109857222" sldId="256"/>
        </pc:sldMkLst>
      </pc:sldChg>
      <pc:sldChg chg="add del">
        <pc:chgData name="Staley, Sean" userId="S::ststal01@louisville.edu::5b65b0e7-e88b-4844-a922-92ee8e1c9235" providerId="AD" clId="Web-{B8EBD0BA-A7F4-EBE7-AEFD-E412CBF8902F}" dt="2025-09-12T04:49:41.637" v="326"/>
        <pc:sldMkLst>
          <pc:docMk/>
          <pc:sldMk cId="2103210548" sldId="257"/>
        </pc:sldMkLst>
      </pc:sldChg>
      <pc:sldChg chg="del">
        <pc:chgData name="Staley, Sean" userId="S::ststal01@louisville.edu::5b65b0e7-e88b-4844-a922-92ee8e1c9235" providerId="AD" clId="Web-{B8EBD0BA-A7F4-EBE7-AEFD-E412CBF8902F}" dt="2025-09-12T04:44:51.762" v="300"/>
        <pc:sldMkLst>
          <pc:docMk/>
          <pc:sldMk cId="651332071" sldId="258"/>
        </pc:sldMkLst>
      </pc:sldChg>
      <pc:sldChg chg="addSp delSp modSp mod modClrScheme chgLayout">
        <pc:chgData name="Staley, Sean" userId="S::ststal01@louisville.edu::5b65b0e7-e88b-4844-a922-92ee8e1c9235" providerId="AD" clId="Web-{B8EBD0BA-A7F4-EBE7-AEFD-E412CBF8902F}" dt="2025-09-12T04:53:08.247" v="355"/>
        <pc:sldMkLst>
          <pc:docMk/>
          <pc:sldMk cId="1203497075" sldId="259"/>
        </pc:sldMkLst>
      </pc:sldChg>
      <pc:sldChg chg="addSp delSp modSp mod modClrScheme chgLayout">
        <pc:chgData name="Staley, Sean" userId="S::ststal01@louisville.edu::5b65b0e7-e88b-4844-a922-92ee8e1c9235" providerId="AD" clId="Web-{B8EBD0BA-A7F4-EBE7-AEFD-E412CBF8902F}" dt="2025-09-12T04:52:35.997" v="351"/>
        <pc:sldMkLst>
          <pc:docMk/>
          <pc:sldMk cId="3752665594" sldId="261"/>
        </pc:sldMkLst>
      </pc:sldChg>
      <pc:sldChg chg="addSp delSp modSp mod modClrScheme chgLayout">
        <pc:chgData name="Staley, Sean" userId="S::ststal01@louisville.edu::5b65b0e7-e88b-4844-a922-92ee8e1c9235" providerId="AD" clId="Web-{B8EBD0BA-A7F4-EBE7-AEFD-E412CBF8902F}" dt="2025-09-12T04:53:44.231" v="364"/>
        <pc:sldMkLst>
          <pc:docMk/>
          <pc:sldMk cId="841713580" sldId="262"/>
        </pc:sldMkLst>
      </pc:sldChg>
      <pc:sldChg chg="modSp">
        <pc:chgData name="Staley, Sean" userId="S::ststal01@louisville.edu::5b65b0e7-e88b-4844-a922-92ee8e1c9235" providerId="AD" clId="Web-{B8EBD0BA-A7F4-EBE7-AEFD-E412CBF8902F}" dt="2025-09-12T04:06:49.702" v="13" actId="20577"/>
        <pc:sldMkLst>
          <pc:docMk/>
          <pc:sldMk cId="2835959447" sldId="263"/>
        </pc:sldMkLst>
      </pc:sldChg>
      <pc:sldChg chg="modSp">
        <pc:chgData name="Staley, Sean" userId="S::ststal01@louisville.edu::5b65b0e7-e88b-4844-a922-92ee8e1c9235" providerId="AD" clId="Web-{B8EBD0BA-A7F4-EBE7-AEFD-E412CBF8902F}" dt="2025-09-12T04:06:14.296" v="8" actId="20577"/>
        <pc:sldMkLst>
          <pc:docMk/>
          <pc:sldMk cId="3361632356" sldId="264"/>
        </pc:sldMkLst>
      </pc:sldChg>
      <pc:sldChg chg="modSp">
        <pc:chgData name="Staley, Sean" userId="S::ststal01@louisville.edu::5b65b0e7-e88b-4844-a922-92ee8e1c9235" providerId="AD" clId="Web-{B8EBD0BA-A7F4-EBE7-AEFD-E412CBF8902F}" dt="2025-09-12T04:08:00.562" v="34" actId="20577"/>
        <pc:sldMkLst>
          <pc:docMk/>
          <pc:sldMk cId="1331313356" sldId="265"/>
        </pc:sldMkLst>
      </pc:sldChg>
      <pc:sldChg chg="modSp">
        <pc:chgData name="Staley, Sean" userId="S::ststal01@louisville.edu::5b65b0e7-e88b-4844-a922-92ee8e1c9235" providerId="AD" clId="Web-{B8EBD0BA-A7F4-EBE7-AEFD-E412CBF8902F}" dt="2025-09-12T04:07:41.187" v="22" actId="20577"/>
        <pc:sldMkLst>
          <pc:docMk/>
          <pc:sldMk cId="2626683754" sldId="266"/>
        </pc:sldMkLst>
      </pc:sldChg>
      <pc:sldChg chg="addSp delSp modSp new mod modClrScheme chgLayout">
        <pc:chgData name="Staley, Sean" userId="S::ststal01@louisville.edu::5b65b0e7-e88b-4844-a922-92ee8e1c9235" providerId="AD" clId="Web-{B8EBD0BA-A7F4-EBE7-AEFD-E412CBF8902F}" dt="2025-09-12T04:37:45.885" v="213" actId="1076"/>
        <pc:sldMkLst>
          <pc:docMk/>
          <pc:sldMk cId="458856151" sldId="268"/>
        </pc:sldMkLst>
      </pc:sldChg>
      <pc:sldChg chg="addSp delSp modSp new mod modClrScheme chgLayout">
        <pc:chgData name="Staley, Sean" userId="S::ststal01@louisville.edu::5b65b0e7-e88b-4844-a922-92ee8e1c9235" providerId="AD" clId="Web-{B8EBD0BA-A7F4-EBE7-AEFD-E412CBF8902F}" dt="2025-09-12T04:48:02.434" v="311"/>
        <pc:sldMkLst>
          <pc:docMk/>
          <pc:sldMk cId="2470439829" sldId="269"/>
        </pc:sldMkLst>
      </pc:sldChg>
    </pc:docChg>
  </pc:docChgLst>
  <pc:docChgLst>
    <pc:chgData name="Staley, Sean" userId="S::ststal01@louisville.edu::5b65b0e7-e88b-4844-a922-92ee8e1c9235" providerId="AD" clId="Web-{765B6454-1945-B9A9-DB4F-4D8891203318}"/>
    <pc:docChg chg="modSld">
      <pc:chgData name="Staley, Sean" userId="S::ststal01@louisville.edu::5b65b0e7-e88b-4844-a922-92ee8e1c9235" providerId="AD" clId="Web-{765B6454-1945-B9A9-DB4F-4D8891203318}" dt="2025-09-16T01:10:09.903" v="45" actId="20577"/>
      <pc:docMkLst>
        <pc:docMk/>
      </pc:docMkLst>
      <pc:sldChg chg="modSp">
        <pc:chgData name="Staley, Sean" userId="S::ststal01@louisville.edu::5b65b0e7-e88b-4844-a922-92ee8e1c9235" providerId="AD" clId="Web-{765B6454-1945-B9A9-DB4F-4D8891203318}" dt="2025-09-16T01:10:09.903" v="45" actId="20577"/>
        <pc:sldMkLst>
          <pc:docMk/>
          <pc:sldMk cId="841713580" sldId="262"/>
        </pc:sldMkLst>
      </pc:sldChg>
      <pc:sldChg chg="modSp">
        <pc:chgData name="Staley, Sean" userId="S::ststal01@louisville.edu::5b65b0e7-e88b-4844-a922-92ee8e1c9235" providerId="AD" clId="Web-{765B6454-1945-B9A9-DB4F-4D8891203318}" dt="2025-09-16T01:10:05.809" v="43" actId="20577"/>
        <pc:sldMkLst>
          <pc:docMk/>
          <pc:sldMk cId="2470439829" sldId="269"/>
        </pc:sldMkLst>
      </pc:sldChg>
    </pc:docChg>
  </pc:docChgLst>
  <pc:docChgLst>
    <pc:chgData name="Wattley, Jaden" userId="S::jtwatt03@louisville.edu::473f42a4-82b8-4bb1-b33a-3982d1502758" providerId="AD" clId="Web-{9D841F7C-06F4-5F03-FB3C-D0834532C3DE}"/>
    <pc:docChg chg="modSld">
      <pc:chgData name="Wattley, Jaden" userId="S::jtwatt03@louisville.edu::473f42a4-82b8-4bb1-b33a-3982d1502758" providerId="AD" clId="Web-{9D841F7C-06F4-5F03-FB3C-D0834532C3DE}" dt="2025-09-11T00:28:55.687" v="416" actId="20577"/>
      <pc:docMkLst>
        <pc:docMk/>
      </pc:docMkLst>
      <pc:sldChg chg="modSp">
        <pc:chgData name="Wattley, Jaden" userId="S::jtwatt03@louisville.edu::473f42a4-82b8-4bb1-b33a-3982d1502758" providerId="AD" clId="Web-{9D841F7C-06F4-5F03-FB3C-D0834532C3DE}" dt="2025-09-11T00:28:55.687" v="416" actId="20577"/>
        <pc:sldMkLst>
          <pc:docMk/>
          <pc:sldMk cId="2103210548" sldId="257"/>
        </pc:sldMkLst>
      </pc:sldChg>
      <pc:sldChg chg="modSp">
        <pc:chgData name="Wattley, Jaden" userId="S::jtwatt03@louisville.edu::473f42a4-82b8-4bb1-b33a-3982d1502758" providerId="AD" clId="Web-{9D841F7C-06F4-5F03-FB3C-D0834532C3DE}" dt="2025-09-11T00:25:53.245" v="218" actId="20577"/>
        <pc:sldMkLst>
          <pc:docMk/>
          <pc:sldMk cId="651332071" sldId="258"/>
        </pc:sldMkLst>
      </pc:sldChg>
    </pc:docChg>
  </pc:docChgLst>
  <pc:docChgLst>
    <pc:chgData name="Staley, Sean" userId="5b65b0e7-e88b-4844-a922-92ee8e1c9235" providerId="ADAL" clId="{14A9758F-EF8A-4C4D-8490-95FBF7E0905E}"/>
    <pc:docChg chg="modSld">
      <pc:chgData name="Staley, Sean" userId="5b65b0e7-e88b-4844-a922-92ee8e1c9235" providerId="ADAL" clId="{14A9758F-EF8A-4C4D-8490-95FBF7E0905E}" dt="2025-12-01T15:36:39.360" v="1"/>
      <pc:docMkLst>
        <pc:docMk/>
      </pc:docMkLst>
      <pc:sldChg chg="modSp">
        <pc:chgData name="Staley, Sean" userId="5b65b0e7-e88b-4844-a922-92ee8e1c9235" providerId="ADAL" clId="{14A9758F-EF8A-4C4D-8490-95FBF7E0905E}" dt="2025-12-01T15:34:17.590" v="0"/>
        <pc:sldMkLst>
          <pc:docMk/>
          <pc:sldMk cId="1203497075" sldId="259"/>
        </pc:sldMkLst>
        <pc:graphicFrameChg chg="mod">
          <ac:chgData name="Staley, Sean" userId="5b65b0e7-e88b-4844-a922-92ee8e1c9235" providerId="ADAL" clId="{14A9758F-EF8A-4C4D-8490-95FBF7E0905E}" dt="2025-12-01T15:34:17.590" v="0"/>
          <ac:graphicFrameMkLst>
            <pc:docMk/>
            <pc:sldMk cId="1203497075" sldId="259"/>
            <ac:graphicFrameMk id="14" creationId="{1D290BEB-60E6-D522-DCB8-66471537872A}"/>
          </ac:graphicFrameMkLst>
        </pc:graphicFrameChg>
      </pc:sldChg>
      <pc:sldChg chg="modSp">
        <pc:chgData name="Staley, Sean" userId="5b65b0e7-e88b-4844-a922-92ee8e1c9235" providerId="ADAL" clId="{14A9758F-EF8A-4C4D-8490-95FBF7E0905E}" dt="2025-12-01T15:36:39.360" v="1"/>
        <pc:sldMkLst>
          <pc:docMk/>
          <pc:sldMk cId="3752665594" sldId="261"/>
        </pc:sldMkLst>
        <pc:graphicFrameChg chg="mod">
          <ac:chgData name="Staley, Sean" userId="5b65b0e7-e88b-4844-a922-92ee8e1c9235" providerId="ADAL" clId="{14A9758F-EF8A-4C4D-8490-95FBF7E0905E}" dt="2025-12-01T15:36:39.360" v="1"/>
          <ac:graphicFrameMkLst>
            <pc:docMk/>
            <pc:sldMk cId="3752665594" sldId="261"/>
            <ac:graphicFrameMk id="5" creationId="{89EE04C2-4725-5169-C7F4-51E4EE5D9AB0}"/>
          </ac:graphicFrameMkLst>
        </pc:graphicFrameChg>
      </pc:sldChg>
    </pc:docChg>
  </pc:docChgLst>
  <pc:docChgLst>
    <pc:chgData name="Staley, Sean" userId="S::ststal01@louisville.edu::5b65b0e7-e88b-4844-a922-92ee8e1c9235" providerId="AD" clId="Web-{6E268690-6EDC-BB23-CFFA-DB7A7D5359F5}"/>
    <pc:docChg chg="addSld delSld modSld sldOrd">
      <pc:chgData name="Staley, Sean" userId="S::ststal01@louisville.edu::5b65b0e7-e88b-4844-a922-92ee8e1c9235" providerId="AD" clId="Web-{6E268690-6EDC-BB23-CFFA-DB7A7D5359F5}" dt="2025-09-12T04:04:38.232" v="281" actId="20577"/>
      <pc:docMkLst>
        <pc:docMk/>
      </pc:docMkLst>
      <pc:sldChg chg="modSp ord">
        <pc:chgData name="Staley, Sean" userId="S::ststal01@louisville.edu::5b65b0e7-e88b-4844-a922-92ee8e1c9235" providerId="AD" clId="Web-{6E268690-6EDC-BB23-CFFA-DB7A7D5359F5}" dt="2025-09-12T03:54:08.747" v="8"/>
        <pc:sldMkLst>
          <pc:docMk/>
          <pc:sldMk cId="2103210548" sldId="257"/>
        </pc:sldMkLst>
      </pc:sldChg>
      <pc:sldChg chg="ord">
        <pc:chgData name="Staley, Sean" userId="S::ststal01@louisville.edu::5b65b0e7-e88b-4844-a922-92ee8e1c9235" providerId="AD" clId="Web-{6E268690-6EDC-BB23-CFFA-DB7A7D5359F5}" dt="2025-09-12T03:54:10.934" v="9"/>
        <pc:sldMkLst>
          <pc:docMk/>
          <pc:sldMk cId="651332071" sldId="258"/>
        </pc:sldMkLst>
      </pc:sldChg>
      <pc:sldChg chg="modSp ord">
        <pc:chgData name="Staley, Sean" userId="S::ststal01@louisville.edu::5b65b0e7-e88b-4844-a922-92ee8e1c9235" providerId="AD" clId="Web-{6E268690-6EDC-BB23-CFFA-DB7A7D5359F5}" dt="2025-09-12T03:53:58.200" v="7" actId="20577"/>
        <pc:sldMkLst>
          <pc:docMk/>
          <pc:sldMk cId="1203497075" sldId="259"/>
        </pc:sldMkLst>
      </pc:sldChg>
      <pc:sldChg chg="del">
        <pc:chgData name="Staley, Sean" userId="S::ststal01@louisville.edu::5b65b0e7-e88b-4844-a922-92ee8e1c9235" providerId="AD" clId="Web-{6E268690-6EDC-BB23-CFFA-DB7A7D5359F5}" dt="2025-09-12T03:54:20.169" v="10"/>
        <pc:sldMkLst>
          <pc:docMk/>
          <pc:sldMk cId="3109130739" sldId="260"/>
        </pc:sldMkLst>
      </pc:sldChg>
      <pc:sldChg chg="modSp">
        <pc:chgData name="Staley, Sean" userId="S::ststal01@louisville.edu::5b65b0e7-e88b-4844-a922-92ee8e1c9235" providerId="AD" clId="Web-{6E268690-6EDC-BB23-CFFA-DB7A7D5359F5}" dt="2025-09-12T03:59:06.153" v="104" actId="20577"/>
        <pc:sldMkLst>
          <pc:docMk/>
          <pc:sldMk cId="2835959447" sldId="263"/>
        </pc:sldMkLst>
      </pc:sldChg>
      <pc:sldChg chg="modSp">
        <pc:chgData name="Staley, Sean" userId="S::ststal01@louisville.edu::5b65b0e7-e88b-4844-a922-92ee8e1c9235" providerId="AD" clId="Web-{6E268690-6EDC-BB23-CFFA-DB7A7D5359F5}" dt="2025-09-12T03:55:33.919" v="24" actId="20577"/>
        <pc:sldMkLst>
          <pc:docMk/>
          <pc:sldMk cId="3361632356" sldId="264"/>
        </pc:sldMkLst>
      </pc:sldChg>
      <pc:sldChg chg="modSp">
        <pc:chgData name="Staley, Sean" userId="S::ststal01@louisville.edu::5b65b0e7-e88b-4844-a922-92ee8e1c9235" providerId="AD" clId="Web-{6E268690-6EDC-BB23-CFFA-DB7A7D5359F5}" dt="2025-09-12T03:58:41.700" v="102" actId="20577"/>
        <pc:sldMkLst>
          <pc:docMk/>
          <pc:sldMk cId="1331313356" sldId="265"/>
        </pc:sldMkLst>
      </pc:sldChg>
      <pc:sldChg chg="modSp">
        <pc:chgData name="Staley, Sean" userId="S::ststal01@louisville.edu::5b65b0e7-e88b-4844-a922-92ee8e1c9235" providerId="AD" clId="Web-{6E268690-6EDC-BB23-CFFA-DB7A7D5359F5}" dt="2025-09-12T04:02:22.107" v="198" actId="20577"/>
        <pc:sldMkLst>
          <pc:docMk/>
          <pc:sldMk cId="2626683754" sldId="266"/>
        </pc:sldMkLst>
      </pc:sldChg>
      <pc:sldChg chg="modSp add replId">
        <pc:chgData name="Staley, Sean" userId="S::ststal01@louisville.edu::5b65b0e7-e88b-4844-a922-92ee8e1c9235" providerId="AD" clId="Web-{6E268690-6EDC-BB23-CFFA-DB7A7D5359F5}" dt="2025-09-12T04:04:38.232" v="281" actId="20577"/>
        <pc:sldMkLst>
          <pc:docMk/>
          <pc:sldMk cId="2910431911" sldId="267"/>
        </pc:sldMkLst>
      </pc:sldChg>
      <pc:sldChg chg="new del">
        <pc:chgData name="Staley, Sean" userId="S::ststal01@louisville.edu::5b65b0e7-e88b-4844-a922-92ee8e1c9235" providerId="AD" clId="Web-{6E268690-6EDC-BB23-CFFA-DB7A7D5359F5}" dt="2025-09-12T04:02:43.169" v="200"/>
        <pc:sldMkLst>
          <pc:docMk/>
          <pc:sldMk cId="3723843586" sldId="267"/>
        </pc:sldMkLst>
      </pc:sldChg>
    </pc:docChg>
  </pc:docChgLst>
  <pc:docChgLst>
    <pc:chgData name="Wattley, Jaden" userId="S::jtwatt03@louisville.edu::473f42a4-82b8-4bb1-b33a-3982d1502758" providerId="AD" clId="Web-{8BCD7178-3C3E-E765-A533-CDA7CD3C42D8}"/>
    <pc:docChg chg="mod modSld addMainMaster delMainMaster">
      <pc:chgData name="Wattley, Jaden" userId="S::jtwatt03@louisville.edu::473f42a4-82b8-4bb1-b33a-3982d1502758" providerId="AD" clId="Web-{8BCD7178-3C3E-E765-A533-CDA7CD3C42D8}" dt="2025-09-12T03:04:57.258" v="148" actId="20577"/>
      <pc:docMkLst>
        <pc:docMk/>
      </pc:docMkLst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109857222" sldId="256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2103210548" sldId="257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651332071" sldId="258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1203497075" sldId="259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3109130739" sldId="260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3:08.069" v="79" actId="20577"/>
        <pc:sldMkLst>
          <pc:docMk/>
          <pc:sldMk cId="3752665594" sldId="261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4:57.258" v="148" actId="20577"/>
        <pc:sldMkLst>
          <pc:docMk/>
          <pc:sldMk cId="841713580" sldId="262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2835959447" sldId="263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3361632356" sldId="264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1331313356" sldId="265"/>
        </pc:sldMkLst>
      </pc:sldChg>
      <pc:sldChg chg="modSp mod modClrScheme chgLayout">
        <pc:chgData name="Wattley, Jaden" userId="S::jtwatt03@louisville.edu::473f42a4-82b8-4bb1-b33a-3982d1502758" providerId="AD" clId="Web-{8BCD7178-3C3E-E765-A533-CDA7CD3C42D8}" dt="2025-09-12T03:01:05.470" v="42"/>
        <pc:sldMkLst>
          <pc:docMk/>
          <pc:sldMk cId="2626683754" sldId="266"/>
        </pc:sldMkLst>
      </pc:sldChg>
      <pc:sldMasterChg chg="del delSldLayout">
        <pc:chgData name="Wattley, Jaden" userId="S::jtwatt03@louisville.edu::473f42a4-82b8-4bb1-b33a-3982d1502758" providerId="AD" clId="Web-{8BCD7178-3C3E-E765-A533-CDA7CD3C42D8}" dt="2025-09-12T03:01:05.470" v="42"/>
        <pc:sldMasterMkLst>
          <pc:docMk/>
          <pc:sldMasterMk cId="2460954070" sldId="2147483660"/>
        </pc:sldMasterMkLst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 modSldLayout">
        <pc:chgData name="Wattley, Jaden" userId="S::jtwatt03@louisville.edu::473f42a4-82b8-4bb1-b33a-3982d1502758" providerId="AD" clId="Web-{8BCD7178-3C3E-E765-A533-CDA7CD3C42D8}" dt="2025-09-12T03:01:05.470" v="42"/>
        <pc:sldMasterMkLst>
          <pc:docMk/>
          <pc:sldMasterMk cId="1307683051" sldId="2147483672"/>
        </pc:sldMasterMkLst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3923387533" sldId="2147483673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142777474" sldId="2147483674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3953531778" sldId="2147483675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189571192" sldId="2147483676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3980311253" sldId="2147483677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2989531476" sldId="2147483678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715143087" sldId="2147483679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804091106" sldId="2147483680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713749296" sldId="2147483681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2006122552" sldId="2147483682"/>
          </pc:sldLayoutMkLst>
        </pc:sldLayoutChg>
        <pc:sldLayoutChg chg="add mod replId">
          <pc:chgData name="Wattley, Jaden" userId="S::jtwatt03@louisville.edu::473f42a4-82b8-4bb1-b33a-3982d1502758" providerId="AD" clId="Web-{8BCD7178-3C3E-E765-A533-CDA7CD3C42D8}" dt="2025-09-12T03:01:05.470" v="42"/>
          <pc:sldLayoutMkLst>
            <pc:docMk/>
            <pc:sldMasterMk cId="1307683051" sldId="2147483672"/>
            <pc:sldLayoutMk cId="21802582" sldId="2147483683"/>
          </pc:sldLayoutMkLst>
        </pc:sldLayoutChg>
      </pc:sldMasterChg>
    </pc:docChg>
  </pc:docChgLst>
  <pc:docChgLst>
    <pc:chgData name="Wattley, Jaden" userId="S::jtwatt03@louisville.edu::473f42a4-82b8-4bb1-b33a-3982d1502758" providerId="AD" clId="Web-{AE1B7785-1AAA-6F66-193C-42FBE3AFD947}"/>
    <pc:docChg chg="modSld">
      <pc:chgData name="Wattley, Jaden" userId="S::jtwatt03@louisville.edu::473f42a4-82b8-4bb1-b33a-3982d1502758" providerId="AD" clId="Web-{AE1B7785-1AAA-6F66-193C-42FBE3AFD947}" dt="2025-09-16T12:33:57.688" v="0" actId="1076"/>
      <pc:docMkLst>
        <pc:docMk/>
      </pc:docMkLst>
      <pc:sldChg chg="modSp">
        <pc:chgData name="Wattley, Jaden" userId="S::jtwatt03@louisville.edu::473f42a4-82b8-4bb1-b33a-3982d1502758" providerId="AD" clId="Web-{AE1B7785-1AAA-6F66-193C-42FBE3AFD947}" dt="2025-09-16T12:33:57.688" v="0" actId="1076"/>
        <pc:sldMkLst>
          <pc:docMk/>
          <pc:sldMk cId="3752665594" sldId="261"/>
        </pc:sldMkLst>
      </pc:sldChg>
    </pc:docChg>
  </pc:docChgLst>
  <pc:docChgLst>
    <pc:chgData name="Staley, Sean" userId="S::ststal01@louisville.edu::5b65b0e7-e88b-4844-a922-92ee8e1c9235" providerId="AD" clId="Web-{0B628515-F15E-3094-62B4-A5FD419F3608}"/>
    <pc:docChg chg="modSld">
      <pc:chgData name="Staley, Sean" userId="S::ststal01@louisville.edu::5b65b0e7-e88b-4844-a922-92ee8e1c9235" providerId="AD" clId="Web-{0B628515-F15E-3094-62B4-A5FD419F3608}" dt="2025-09-16T01:11:31.941" v="13" actId="1076"/>
      <pc:docMkLst>
        <pc:docMk/>
      </pc:docMkLst>
      <pc:sldChg chg="modSp">
        <pc:chgData name="Staley, Sean" userId="S::ststal01@louisville.edu::5b65b0e7-e88b-4844-a922-92ee8e1c9235" providerId="AD" clId="Web-{0B628515-F15E-3094-62B4-A5FD419F3608}" dt="2025-09-16T01:11:31.941" v="13" actId="1076"/>
        <pc:sldMkLst>
          <pc:docMk/>
          <pc:sldMk cId="2470439829" sldId="269"/>
        </pc:sldMkLst>
      </pc:sldChg>
    </pc:docChg>
  </pc:docChgLst>
  <pc:docChgLst>
    <pc:chgData name="Staley, Sean" userId="5b65b0e7-e88b-4844-a922-92ee8e1c9235" providerId="ADAL" clId="{7FC9E883-C68B-4964-A306-A09B374A8666}"/>
    <pc:docChg chg="custSel addSld modSld sldOrd">
      <pc:chgData name="Staley, Sean" userId="5b65b0e7-e88b-4844-a922-92ee8e1c9235" providerId="ADAL" clId="{7FC9E883-C68B-4964-A306-A09B374A8666}" dt="2025-09-15T19:46:58.800" v="1583" actId="20577"/>
      <pc:docMkLst>
        <pc:docMk/>
      </pc:docMkLst>
      <pc:sldChg chg="modSp mod">
        <pc:chgData name="Staley, Sean" userId="5b65b0e7-e88b-4844-a922-92ee8e1c9235" providerId="ADAL" clId="{7FC9E883-C68B-4964-A306-A09B374A8666}" dt="2025-09-15T17:34:32.096" v="1568" actId="20577"/>
        <pc:sldMkLst>
          <pc:docMk/>
          <pc:sldMk cId="109857222" sldId="256"/>
        </pc:sldMkLst>
      </pc:sldChg>
      <pc:sldChg chg="modSp new mod ord">
        <pc:chgData name="Staley, Sean" userId="5b65b0e7-e88b-4844-a922-92ee8e1c9235" providerId="ADAL" clId="{7FC9E883-C68B-4964-A306-A09B374A8666}" dt="2025-09-11T18:46:01.458" v="180"/>
        <pc:sldMkLst>
          <pc:docMk/>
          <pc:sldMk cId="2103210548" sldId="257"/>
        </pc:sldMkLst>
      </pc:sldChg>
      <pc:sldChg chg="modSp new mod ord">
        <pc:chgData name="Staley, Sean" userId="5b65b0e7-e88b-4844-a922-92ee8e1c9235" providerId="ADAL" clId="{7FC9E883-C68B-4964-A306-A09B374A8666}" dt="2025-09-11T18:46:02.645" v="182"/>
        <pc:sldMkLst>
          <pc:docMk/>
          <pc:sldMk cId="651332071" sldId="258"/>
        </pc:sldMkLst>
      </pc:sldChg>
      <pc:sldChg chg="modSp new mod ord">
        <pc:chgData name="Staley, Sean" userId="5b65b0e7-e88b-4844-a922-92ee8e1c9235" providerId="ADAL" clId="{7FC9E883-C68B-4964-A306-A09B374A8666}" dt="2025-09-11T19:45:32.862" v="859"/>
        <pc:sldMkLst>
          <pc:docMk/>
          <pc:sldMk cId="1203497075" sldId="259"/>
        </pc:sldMkLst>
      </pc:sldChg>
      <pc:sldChg chg="modSp new mod ord">
        <pc:chgData name="Staley, Sean" userId="5b65b0e7-e88b-4844-a922-92ee8e1c9235" providerId="ADAL" clId="{7FC9E883-C68B-4964-A306-A09B374A8666}" dt="2025-09-11T19:48:06.346" v="962" actId="20577"/>
        <pc:sldMkLst>
          <pc:docMk/>
          <pc:sldMk cId="3109130739" sldId="260"/>
        </pc:sldMkLst>
      </pc:sldChg>
      <pc:sldChg chg="modSp new mod">
        <pc:chgData name="Staley, Sean" userId="5b65b0e7-e88b-4844-a922-92ee8e1c9235" providerId="ADAL" clId="{7FC9E883-C68B-4964-A306-A09B374A8666}" dt="2025-09-11T18:46:28.494" v="216" actId="20577"/>
        <pc:sldMkLst>
          <pc:docMk/>
          <pc:sldMk cId="3752665594" sldId="261"/>
        </pc:sldMkLst>
      </pc:sldChg>
      <pc:sldChg chg="modSp new mod">
        <pc:chgData name="Staley, Sean" userId="5b65b0e7-e88b-4844-a922-92ee8e1c9235" providerId="ADAL" clId="{7FC9E883-C68B-4964-A306-A09B374A8666}" dt="2025-09-11T18:46:59.616" v="233" actId="20577"/>
        <pc:sldMkLst>
          <pc:docMk/>
          <pc:sldMk cId="841713580" sldId="262"/>
        </pc:sldMkLst>
      </pc:sldChg>
      <pc:sldChg chg="modSp add mod">
        <pc:chgData name="Staley, Sean" userId="5b65b0e7-e88b-4844-a922-92ee8e1c9235" providerId="ADAL" clId="{7FC9E883-C68B-4964-A306-A09B374A8666}" dt="2025-09-11T19:52:30.114" v="1515" actId="20577"/>
        <pc:sldMkLst>
          <pc:docMk/>
          <pc:sldMk cId="2835959447" sldId="263"/>
        </pc:sldMkLst>
      </pc:sldChg>
      <pc:sldChg chg="modSp add mod">
        <pc:chgData name="Staley, Sean" userId="5b65b0e7-e88b-4844-a922-92ee8e1c9235" providerId="ADAL" clId="{7FC9E883-C68B-4964-A306-A09B374A8666}" dt="2025-09-11T19:52:43.724" v="1542" actId="20577"/>
        <pc:sldMkLst>
          <pc:docMk/>
          <pc:sldMk cId="3361632356" sldId="264"/>
        </pc:sldMkLst>
      </pc:sldChg>
      <pc:sldChg chg="modSp add mod">
        <pc:chgData name="Staley, Sean" userId="5b65b0e7-e88b-4844-a922-92ee8e1c9235" providerId="ADAL" clId="{7FC9E883-C68B-4964-A306-A09B374A8666}" dt="2025-09-11T19:48:30.704" v="971" actId="20577"/>
        <pc:sldMkLst>
          <pc:docMk/>
          <pc:sldMk cId="1331313356" sldId="265"/>
        </pc:sldMkLst>
      </pc:sldChg>
      <pc:sldChg chg="modSp add mod">
        <pc:chgData name="Staley, Sean" userId="5b65b0e7-e88b-4844-a922-92ee8e1c9235" providerId="ADAL" clId="{7FC9E883-C68B-4964-A306-A09B374A8666}" dt="2025-09-11T19:48:40.137" v="974" actId="20577"/>
        <pc:sldMkLst>
          <pc:docMk/>
          <pc:sldMk cId="2626683754" sldId="266"/>
        </pc:sldMkLst>
      </pc:sldChg>
      <pc:sldChg chg="modSp">
        <pc:chgData name="Staley, Sean" userId="5b65b0e7-e88b-4844-a922-92ee8e1c9235" providerId="ADAL" clId="{7FC9E883-C68B-4964-A306-A09B374A8666}" dt="2025-09-15T19:46:58.800" v="1583" actId="20577"/>
        <pc:sldMkLst>
          <pc:docMk/>
          <pc:sldMk cId="2470439829" sldId="269"/>
        </pc:sldMkLst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F5FFC7-D9AC-477E-B544-8521E53A33BD}" type="doc">
      <dgm:prSet loTypeId="urn:microsoft.com/office/officeart/2005/8/layout/vList2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53905BED-371B-48B9-B049-B6BB3CD0E1AB}">
      <dgm:prSet/>
      <dgm:spPr/>
      <dgm:t>
        <a:bodyPr/>
        <a:lstStyle/>
        <a:p>
          <a:r>
            <a:rPr lang="en-US" dirty="0"/>
            <a:t>We're improving the food truck ordering flow by letting users build their meal, send it as a ticket with an order number, and have it pop up on the employee side for quick fulfillment.</a:t>
          </a:r>
        </a:p>
      </dgm:t>
    </dgm:pt>
    <dgm:pt modelId="{12A53286-8877-46F5-844C-28AB6A1F933D}" type="parTrans" cxnId="{19555FE8-773E-4B36-B62A-51F31DFF3DC4}">
      <dgm:prSet/>
      <dgm:spPr/>
      <dgm:t>
        <a:bodyPr/>
        <a:lstStyle/>
        <a:p>
          <a:endParaRPr lang="en-US"/>
        </a:p>
      </dgm:t>
    </dgm:pt>
    <dgm:pt modelId="{80EB91CC-F59C-4004-9BE6-C2DCE87579DF}" type="sibTrans" cxnId="{19555FE8-773E-4B36-B62A-51F31DFF3DC4}">
      <dgm:prSet/>
      <dgm:spPr/>
      <dgm:t>
        <a:bodyPr/>
        <a:lstStyle/>
        <a:p>
          <a:endParaRPr lang="en-US"/>
        </a:p>
      </dgm:t>
    </dgm:pt>
    <dgm:pt modelId="{F9FB0EB6-2228-4102-94B2-DC9F9F518B99}">
      <dgm:prSet/>
      <dgm:spPr/>
      <dgm:t>
        <a:bodyPr/>
        <a:lstStyle/>
        <a:p>
          <a:r>
            <a:rPr lang="en-US" dirty="0"/>
            <a:t>We're using HTML for the frontend interface and C++ for backend functionality, based on the team's familiarity and strengths with each language.</a:t>
          </a:r>
        </a:p>
      </dgm:t>
    </dgm:pt>
    <dgm:pt modelId="{C60EA63B-9725-489A-B6AD-A61EF4D84FC0}" type="parTrans" cxnId="{C5554C19-23E0-488B-94ED-1368F5D71A48}">
      <dgm:prSet/>
      <dgm:spPr/>
      <dgm:t>
        <a:bodyPr/>
        <a:lstStyle/>
        <a:p>
          <a:endParaRPr lang="en-US"/>
        </a:p>
      </dgm:t>
    </dgm:pt>
    <dgm:pt modelId="{5D58E9D5-790B-4CBE-AAC4-294799FF8930}" type="sibTrans" cxnId="{C5554C19-23E0-488B-94ED-1368F5D71A48}">
      <dgm:prSet/>
      <dgm:spPr/>
      <dgm:t>
        <a:bodyPr/>
        <a:lstStyle/>
        <a:p>
          <a:endParaRPr lang="en-US"/>
        </a:p>
      </dgm:t>
    </dgm:pt>
    <dgm:pt modelId="{54196D5E-F3E0-4EE1-80CE-A060FC2CADBD}">
      <dgm:prSet/>
      <dgm:spPr/>
      <dgm:t>
        <a:bodyPr/>
        <a:lstStyle/>
        <a:p>
          <a:r>
            <a:rPr lang="en-US" dirty="0"/>
            <a:t>Our implementation bridges frontend and backend through a lightweight workflow, showcasing how simple tools can solve real-world problems when paired with thoughtful design and team collaboration.</a:t>
          </a:r>
        </a:p>
      </dgm:t>
    </dgm:pt>
    <dgm:pt modelId="{E2007759-87A7-42E8-AC42-A712F4ADA673}" type="parTrans" cxnId="{1D3AABF6-A61E-45F7-BF1C-8EDA5A46C62C}">
      <dgm:prSet/>
      <dgm:spPr/>
      <dgm:t>
        <a:bodyPr/>
        <a:lstStyle/>
        <a:p>
          <a:endParaRPr lang="en-US"/>
        </a:p>
      </dgm:t>
    </dgm:pt>
    <dgm:pt modelId="{891F34E9-70AB-4554-B7E4-EBA77609235F}" type="sibTrans" cxnId="{1D3AABF6-A61E-45F7-BF1C-8EDA5A46C62C}">
      <dgm:prSet/>
      <dgm:spPr/>
      <dgm:t>
        <a:bodyPr/>
        <a:lstStyle/>
        <a:p>
          <a:endParaRPr lang="en-US"/>
        </a:p>
      </dgm:t>
    </dgm:pt>
    <dgm:pt modelId="{6594C281-DCA2-4314-A4F1-ADEB0A5C367A}" type="pres">
      <dgm:prSet presAssocID="{9FF5FFC7-D9AC-477E-B544-8521E53A33BD}" presName="linear" presStyleCnt="0">
        <dgm:presLayoutVars>
          <dgm:animLvl val="lvl"/>
          <dgm:resizeHandles val="exact"/>
        </dgm:presLayoutVars>
      </dgm:prSet>
      <dgm:spPr/>
    </dgm:pt>
    <dgm:pt modelId="{9249C0A7-A6E2-4EE2-B1A9-229C03367C68}" type="pres">
      <dgm:prSet presAssocID="{53905BED-371B-48B9-B049-B6BB3CD0E1AB}" presName="parentText" presStyleLbl="node1" presStyleIdx="0" presStyleCnt="3" custLinFactNeighborY="-56497">
        <dgm:presLayoutVars>
          <dgm:chMax val="0"/>
          <dgm:bulletEnabled val="1"/>
        </dgm:presLayoutVars>
      </dgm:prSet>
      <dgm:spPr/>
    </dgm:pt>
    <dgm:pt modelId="{4E768F7F-C51D-4D72-BA5C-76E01A8D80B5}" type="pres">
      <dgm:prSet presAssocID="{80EB91CC-F59C-4004-9BE6-C2DCE87579DF}" presName="spacer" presStyleCnt="0"/>
      <dgm:spPr/>
    </dgm:pt>
    <dgm:pt modelId="{F10AEA2B-C6FF-4E43-8E24-6DCBCE0CC211}" type="pres">
      <dgm:prSet presAssocID="{F9FB0EB6-2228-4102-94B2-DC9F9F518B9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E0F0D3D-25C8-4F4B-B02F-B31CEE76D54D}" type="pres">
      <dgm:prSet presAssocID="{5D58E9D5-790B-4CBE-AAC4-294799FF8930}" presName="spacer" presStyleCnt="0"/>
      <dgm:spPr/>
    </dgm:pt>
    <dgm:pt modelId="{0CFA5396-F637-4181-8100-185DE4BCFB54}" type="pres">
      <dgm:prSet presAssocID="{54196D5E-F3E0-4EE1-80CE-A060FC2CADB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5554C19-23E0-488B-94ED-1368F5D71A48}" srcId="{9FF5FFC7-D9AC-477E-B544-8521E53A33BD}" destId="{F9FB0EB6-2228-4102-94B2-DC9F9F518B99}" srcOrd="1" destOrd="0" parTransId="{C60EA63B-9725-489A-B6AD-A61EF4D84FC0}" sibTransId="{5D58E9D5-790B-4CBE-AAC4-294799FF8930}"/>
    <dgm:cxn modelId="{FBCF9629-2535-4D39-ACF6-E2EE9E3D8120}" type="presOf" srcId="{9FF5FFC7-D9AC-477E-B544-8521E53A33BD}" destId="{6594C281-DCA2-4314-A4F1-ADEB0A5C367A}" srcOrd="0" destOrd="0" presId="urn:microsoft.com/office/officeart/2005/8/layout/vList2"/>
    <dgm:cxn modelId="{285FEF97-97CE-4195-89C3-A23AE3FEE0A5}" type="presOf" srcId="{54196D5E-F3E0-4EE1-80CE-A060FC2CADBD}" destId="{0CFA5396-F637-4181-8100-185DE4BCFB54}" srcOrd="0" destOrd="0" presId="urn:microsoft.com/office/officeart/2005/8/layout/vList2"/>
    <dgm:cxn modelId="{127F34BC-8F5E-4041-A6CC-9A2D955E0A74}" type="presOf" srcId="{53905BED-371B-48B9-B049-B6BB3CD0E1AB}" destId="{9249C0A7-A6E2-4EE2-B1A9-229C03367C68}" srcOrd="0" destOrd="0" presId="urn:microsoft.com/office/officeart/2005/8/layout/vList2"/>
    <dgm:cxn modelId="{D08636C7-5CE8-434E-AC6A-4D236E919282}" type="presOf" srcId="{F9FB0EB6-2228-4102-94B2-DC9F9F518B99}" destId="{F10AEA2B-C6FF-4E43-8E24-6DCBCE0CC211}" srcOrd="0" destOrd="0" presId="urn:microsoft.com/office/officeart/2005/8/layout/vList2"/>
    <dgm:cxn modelId="{19555FE8-773E-4B36-B62A-51F31DFF3DC4}" srcId="{9FF5FFC7-D9AC-477E-B544-8521E53A33BD}" destId="{53905BED-371B-48B9-B049-B6BB3CD0E1AB}" srcOrd="0" destOrd="0" parTransId="{12A53286-8877-46F5-844C-28AB6A1F933D}" sibTransId="{80EB91CC-F59C-4004-9BE6-C2DCE87579DF}"/>
    <dgm:cxn modelId="{1D3AABF6-A61E-45F7-BF1C-8EDA5A46C62C}" srcId="{9FF5FFC7-D9AC-477E-B544-8521E53A33BD}" destId="{54196D5E-F3E0-4EE1-80CE-A060FC2CADBD}" srcOrd="2" destOrd="0" parTransId="{E2007759-87A7-42E8-AC42-A712F4ADA673}" sibTransId="{891F34E9-70AB-4554-B7E4-EBA77609235F}"/>
    <dgm:cxn modelId="{3D4EB828-29C5-4039-BEA0-B64B82A67CB5}" type="presParOf" srcId="{6594C281-DCA2-4314-A4F1-ADEB0A5C367A}" destId="{9249C0A7-A6E2-4EE2-B1A9-229C03367C68}" srcOrd="0" destOrd="0" presId="urn:microsoft.com/office/officeart/2005/8/layout/vList2"/>
    <dgm:cxn modelId="{B65B9615-5AAD-4C12-B1AE-5E487741753B}" type="presParOf" srcId="{6594C281-DCA2-4314-A4F1-ADEB0A5C367A}" destId="{4E768F7F-C51D-4D72-BA5C-76E01A8D80B5}" srcOrd="1" destOrd="0" presId="urn:microsoft.com/office/officeart/2005/8/layout/vList2"/>
    <dgm:cxn modelId="{8623AA00-1599-4202-B18F-98FB4C1DDCF1}" type="presParOf" srcId="{6594C281-DCA2-4314-A4F1-ADEB0A5C367A}" destId="{F10AEA2B-C6FF-4E43-8E24-6DCBCE0CC211}" srcOrd="2" destOrd="0" presId="urn:microsoft.com/office/officeart/2005/8/layout/vList2"/>
    <dgm:cxn modelId="{88DCC5BC-67F0-4668-9F6D-F4180B2F7200}" type="presParOf" srcId="{6594C281-DCA2-4314-A4F1-ADEB0A5C367A}" destId="{6E0F0D3D-25C8-4F4B-B02F-B31CEE76D54D}" srcOrd="3" destOrd="0" presId="urn:microsoft.com/office/officeart/2005/8/layout/vList2"/>
    <dgm:cxn modelId="{B76DE231-E06C-4CCF-8471-051960E6B7C8}" type="presParOf" srcId="{6594C281-DCA2-4314-A4F1-ADEB0A5C367A}" destId="{0CFA5396-F637-4181-8100-185DE4BCFB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B107F2-8049-49EE-A731-72B38EBDAAE3}" type="doc">
      <dgm:prSet loTypeId="urn:microsoft.com/office/officeart/2005/8/layout/vList2" loCatId="list" qsTypeId="urn:microsoft.com/office/officeart/2005/8/quickstyle/simple5" qsCatId="simple" csTypeId="urn:microsoft.com/office/officeart/2005/8/colors/accent4_5" csCatId="accent4"/>
      <dgm:spPr/>
      <dgm:t>
        <a:bodyPr/>
        <a:lstStyle/>
        <a:p>
          <a:endParaRPr lang="en-US"/>
        </a:p>
      </dgm:t>
    </dgm:pt>
    <dgm:pt modelId="{885341AA-D17E-4263-A917-DDC8EC1AB4A2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en-US" sz="2600" dirty="0">
              <a:latin typeface="Franklin Gothic Medium"/>
              <a:ea typeface="+mn-ea"/>
              <a:cs typeface="+mn-cs"/>
            </a:rPr>
            <a:t>FR1 – Website Form Submission</a:t>
          </a:r>
        </a:p>
      </dgm:t>
    </dgm:pt>
    <dgm:pt modelId="{2D6BF1C6-08A8-487B-820F-3430BE73DD89}" type="parTrans" cxnId="{06FEEAE7-250D-4CD0-AD54-7C943B051696}">
      <dgm:prSet/>
      <dgm:spPr/>
      <dgm:t>
        <a:bodyPr/>
        <a:lstStyle/>
        <a:p>
          <a:endParaRPr lang="en-US"/>
        </a:p>
      </dgm:t>
    </dgm:pt>
    <dgm:pt modelId="{DFF5744E-C73C-4DB4-BF7E-F443EEBBA61A}" type="sibTrans" cxnId="{06FEEAE7-250D-4CD0-AD54-7C943B051696}">
      <dgm:prSet/>
      <dgm:spPr/>
      <dgm:t>
        <a:bodyPr/>
        <a:lstStyle/>
        <a:p>
          <a:endParaRPr lang="en-US"/>
        </a:p>
      </dgm:t>
    </dgm:pt>
    <dgm:pt modelId="{4F69855E-6EF8-492F-8D30-9EF90AB12ACF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en-US" sz="2600" dirty="0">
              <a:latin typeface="Franklin Gothic Medium"/>
              <a:ea typeface="+mn-ea"/>
              <a:cs typeface="+mn-cs"/>
            </a:rPr>
            <a:t>FR2 – Submission Handling in Backend</a:t>
          </a:r>
        </a:p>
      </dgm:t>
    </dgm:pt>
    <dgm:pt modelId="{7A49AD80-0845-4F14-B583-7CA04DB86A47}" type="parTrans" cxnId="{323E2D6B-3F10-408E-856D-BCA4E7D253D0}">
      <dgm:prSet/>
      <dgm:spPr/>
      <dgm:t>
        <a:bodyPr/>
        <a:lstStyle/>
        <a:p>
          <a:endParaRPr lang="en-US"/>
        </a:p>
      </dgm:t>
    </dgm:pt>
    <dgm:pt modelId="{0959E78C-93AE-47E8-BB59-97C65A7C9CB9}" type="sibTrans" cxnId="{323E2D6B-3F10-408E-856D-BCA4E7D253D0}">
      <dgm:prSet/>
      <dgm:spPr/>
      <dgm:t>
        <a:bodyPr/>
        <a:lstStyle/>
        <a:p>
          <a:endParaRPr lang="en-US"/>
        </a:p>
      </dgm:t>
    </dgm:pt>
    <dgm:pt modelId="{A031F3D5-B1D0-4B5C-AA05-1256A02F4FCC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en-US" sz="2600" dirty="0">
              <a:latin typeface="Franklin Gothic Medium"/>
              <a:ea typeface="+mn-ea"/>
              <a:cs typeface="+mn-cs"/>
            </a:rPr>
            <a:t>FR5 – Live Order Queue</a:t>
          </a:r>
        </a:p>
      </dgm:t>
    </dgm:pt>
    <dgm:pt modelId="{C91B34D6-9297-4806-9DC2-EEC766F70B0A}" type="parTrans" cxnId="{D8C123B1-27CD-46D6-9716-73F4457E548D}">
      <dgm:prSet/>
      <dgm:spPr/>
      <dgm:t>
        <a:bodyPr/>
        <a:lstStyle/>
        <a:p>
          <a:endParaRPr lang="en-US"/>
        </a:p>
      </dgm:t>
    </dgm:pt>
    <dgm:pt modelId="{4B6570D8-0869-4382-B851-CE436066A771}" type="sibTrans" cxnId="{D8C123B1-27CD-46D6-9716-73F4457E548D}">
      <dgm:prSet/>
      <dgm:spPr/>
      <dgm:t>
        <a:bodyPr/>
        <a:lstStyle/>
        <a:p>
          <a:endParaRPr lang="en-US"/>
        </a:p>
      </dgm:t>
    </dgm:pt>
    <dgm:pt modelId="{5C31F034-1137-4295-8193-A9EA9A8692AB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en-US" sz="2600" dirty="0">
              <a:latin typeface="Franklin Gothic Medium"/>
              <a:ea typeface="+mn-ea"/>
              <a:cs typeface="+mn-cs"/>
            </a:rPr>
            <a:t>NFR3 – Cart list</a:t>
          </a:r>
        </a:p>
      </dgm:t>
    </dgm:pt>
    <dgm:pt modelId="{03E32488-F40A-4E43-A616-B7078EF311DB}" type="parTrans" cxnId="{B7ED1BF5-ECE7-4859-9735-8A80B80191B3}">
      <dgm:prSet/>
      <dgm:spPr/>
      <dgm:t>
        <a:bodyPr/>
        <a:lstStyle/>
        <a:p>
          <a:endParaRPr lang="en-US"/>
        </a:p>
      </dgm:t>
    </dgm:pt>
    <dgm:pt modelId="{FE881A2E-5EF9-48D4-AA76-E719EEA71D74}" type="sibTrans" cxnId="{B7ED1BF5-ECE7-4859-9735-8A80B80191B3}">
      <dgm:prSet/>
      <dgm:spPr/>
      <dgm:t>
        <a:bodyPr/>
        <a:lstStyle/>
        <a:p>
          <a:endParaRPr lang="en-US"/>
        </a:p>
      </dgm:t>
    </dgm:pt>
    <dgm:pt modelId="{34AA9B7D-2A8F-4F0C-BC25-8A108F16C0AA}">
      <dgm:prSet/>
      <dgm:spPr/>
      <dgm:t>
        <a:bodyPr/>
        <a:lstStyle/>
        <a:p>
          <a:pPr algn="l">
            <a:lnSpc>
              <a:spcPct val="100000"/>
            </a:lnSpc>
          </a:pPr>
          <a:r>
            <a:rPr lang="en-US" sz="2600" dirty="0">
              <a:latin typeface="Franklin Gothic Medium"/>
              <a:ea typeface="+mn-ea"/>
              <a:cs typeface="+mn-cs"/>
            </a:rPr>
            <a:t>NFR4 – Order Confirmation</a:t>
          </a:r>
        </a:p>
      </dgm:t>
    </dgm:pt>
    <dgm:pt modelId="{8819239F-6016-40AA-9115-5D510E8A60E7}" type="parTrans" cxnId="{7FE6F955-DBBA-4E12-AAF1-AAB23A3917D8}">
      <dgm:prSet/>
      <dgm:spPr/>
      <dgm:t>
        <a:bodyPr/>
        <a:lstStyle/>
        <a:p>
          <a:endParaRPr lang="en-US"/>
        </a:p>
      </dgm:t>
    </dgm:pt>
    <dgm:pt modelId="{3C9DF160-7256-49CD-ACC3-54945A39FB1A}" type="sibTrans" cxnId="{7FE6F955-DBBA-4E12-AAF1-AAB23A3917D8}">
      <dgm:prSet/>
      <dgm:spPr/>
      <dgm:t>
        <a:bodyPr/>
        <a:lstStyle/>
        <a:p>
          <a:endParaRPr lang="en-US"/>
        </a:p>
      </dgm:t>
    </dgm:pt>
    <dgm:pt modelId="{70F063DA-5F25-4602-B8D8-E0921A3C2EAC}" type="pres">
      <dgm:prSet presAssocID="{8FB107F2-8049-49EE-A731-72B38EBDAAE3}" presName="linear" presStyleCnt="0">
        <dgm:presLayoutVars>
          <dgm:animLvl val="lvl"/>
          <dgm:resizeHandles val="exact"/>
        </dgm:presLayoutVars>
      </dgm:prSet>
      <dgm:spPr/>
    </dgm:pt>
    <dgm:pt modelId="{EDCC082F-E1FB-48C9-AFDA-42F22D60F6F8}" type="pres">
      <dgm:prSet presAssocID="{885341AA-D17E-4263-A917-DDC8EC1AB4A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8C06631-3E53-43CD-BF9F-17EFC356F5AB}" type="pres">
      <dgm:prSet presAssocID="{DFF5744E-C73C-4DB4-BF7E-F443EEBBA61A}" presName="spacer" presStyleCnt="0"/>
      <dgm:spPr/>
    </dgm:pt>
    <dgm:pt modelId="{E5EEA571-19A4-4243-ADE7-98DFEE8FE663}" type="pres">
      <dgm:prSet presAssocID="{4F69855E-6EF8-492F-8D30-9EF90AB12ACF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3B3AEAA4-5C2E-4AF3-B881-AE9B9A8956C5}" type="pres">
      <dgm:prSet presAssocID="{0959E78C-93AE-47E8-BB59-97C65A7C9CB9}" presName="spacer" presStyleCnt="0"/>
      <dgm:spPr/>
    </dgm:pt>
    <dgm:pt modelId="{5D87EC1C-9A91-4173-9658-C3534351533E}" type="pres">
      <dgm:prSet presAssocID="{A031F3D5-B1D0-4B5C-AA05-1256A02F4FC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F028C490-A3DB-42DF-AFAA-C1A11859D115}" type="pres">
      <dgm:prSet presAssocID="{4B6570D8-0869-4382-B851-CE436066A771}" presName="spacer" presStyleCnt="0"/>
      <dgm:spPr/>
    </dgm:pt>
    <dgm:pt modelId="{C9D4DDA9-FD68-45FE-9BD5-6F5EC19D2CD6}" type="pres">
      <dgm:prSet presAssocID="{5C31F034-1137-4295-8193-A9EA9A8692AB}" presName="parentText" presStyleLbl="node1" presStyleIdx="3" presStyleCnt="5" custLinFactNeighborY="-1963">
        <dgm:presLayoutVars>
          <dgm:chMax val="0"/>
          <dgm:bulletEnabled val="1"/>
        </dgm:presLayoutVars>
      </dgm:prSet>
      <dgm:spPr/>
    </dgm:pt>
    <dgm:pt modelId="{91AF6B4E-A819-41EF-9DF1-D1233B5296CA}" type="pres">
      <dgm:prSet presAssocID="{FE881A2E-5EF9-48D4-AA76-E719EEA71D74}" presName="spacer" presStyleCnt="0"/>
      <dgm:spPr/>
    </dgm:pt>
    <dgm:pt modelId="{A7B8E7AC-01F1-40FB-B4D2-C5CCA45FB86B}" type="pres">
      <dgm:prSet presAssocID="{34AA9B7D-2A8F-4F0C-BC25-8A108F16C0AA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95D4280E-8A06-4B21-8488-52395CA350C4}" type="presOf" srcId="{34AA9B7D-2A8F-4F0C-BC25-8A108F16C0AA}" destId="{A7B8E7AC-01F1-40FB-B4D2-C5CCA45FB86B}" srcOrd="0" destOrd="0" presId="urn:microsoft.com/office/officeart/2005/8/layout/vList2"/>
    <dgm:cxn modelId="{323E2D6B-3F10-408E-856D-BCA4E7D253D0}" srcId="{8FB107F2-8049-49EE-A731-72B38EBDAAE3}" destId="{4F69855E-6EF8-492F-8D30-9EF90AB12ACF}" srcOrd="1" destOrd="0" parTransId="{7A49AD80-0845-4F14-B583-7CA04DB86A47}" sibTransId="{0959E78C-93AE-47E8-BB59-97C65A7C9CB9}"/>
    <dgm:cxn modelId="{AB76804C-0D57-44D3-80BF-EF52F15FABAA}" type="presOf" srcId="{5C31F034-1137-4295-8193-A9EA9A8692AB}" destId="{C9D4DDA9-FD68-45FE-9BD5-6F5EC19D2CD6}" srcOrd="0" destOrd="0" presId="urn:microsoft.com/office/officeart/2005/8/layout/vList2"/>
    <dgm:cxn modelId="{60947354-558C-4486-8A06-17A0AA44342E}" type="presOf" srcId="{8FB107F2-8049-49EE-A731-72B38EBDAAE3}" destId="{70F063DA-5F25-4602-B8D8-E0921A3C2EAC}" srcOrd="0" destOrd="0" presId="urn:microsoft.com/office/officeart/2005/8/layout/vList2"/>
    <dgm:cxn modelId="{1F0EF555-E1DB-4188-92DF-454AB117F39B}" type="presOf" srcId="{4F69855E-6EF8-492F-8D30-9EF90AB12ACF}" destId="{E5EEA571-19A4-4243-ADE7-98DFEE8FE663}" srcOrd="0" destOrd="0" presId="urn:microsoft.com/office/officeart/2005/8/layout/vList2"/>
    <dgm:cxn modelId="{7FE6F955-DBBA-4E12-AAF1-AAB23A3917D8}" srcId="{8FB107F2-8049-49EE-A731-72B38EBDAAE3}" destId="{34AA9B7D-2A8F-4F0C-BC25-8A108F16C0AA}" srcOrd="4" destOrd="0" parTransId="{8819239F-6016-40AA-9115-5D510E8A60E7}" sibTransId="{3C9DF160-7256-49CD-ACC3-54945A39FB1A}"/>
    <dgm:cxn modelId="{30DBE47A-878A-44C8-8F6C-D1B819E63513}" type="presOf" srcId="{885341AA-D17E-4263-A917-DDC8EC1AB4A2}" destId="{EDCC082F-E1FB-48C9-AFDA-42F22D60F6F8}" srcOrd="0" destOrd="0" presId="urn:microsoft.com/office/officeart/2005/8/layout/vList2"/>
    <dgm:cxn modelId="{D8C123B1-27CD-46D6-9716-73F4457E548D}" srcId="{8FB107F2-8049-49EE-A731-72B38EBDAAE3}" destId="{A031F3D5-B1D0-4B5C-AA05-1256A02F4FCC}" srcOrd="2" destOrd="0" parTransId="{C91B34D6-9297-4806-9DC2-EEC766F70B0A}" sibTransId="{4B6570D8-0869-4382-B851-CE436066A771}"/>
    <dgm:cxn modelId="{61B6E7D1-15F9-4F44-8B19-5ADA38544600}" type="presOf" srcId="{A031F3D5-B1D0-4B5C-AA05-1256A02F4FCC}" destId="{5D87EC1C-9A91-4173-9658-C3534351533E}" srcOrd="0" destOrd="0" presId="urn:microsoft.com/office/officeart/2005/8/layout/vList2"/>
    <dgm:cxn modelId="{06FEEAE7-250D-4CD0-AD54-7C943B051696}" srcId="{8FB107F2-8049-49EE-A731-72B38EBDAAE3}" destId="{885341AA-D17E-4263-A917-DDC8EC1AB4A2}" srcOrd="0" destOrd="0" parTransId="{2D6BF1C6-08A8-487B-820F-3430BE73DD89}" sibTransId="{DFF5744E-C73C-4DB4-BF7E-F443EEBBA61A}"/>
    <dgm:cxn modelId="{B7ED1BF5-ECE7-4859-9735-8A80B80191B3}" srcId="{8FB107F2-8049-49EE-A731-72B38EBDAAE3}" destId="{5C31F034-1137-4295-8193-A9EA9A8692AB}" srcOrd="3" destOrd="0" parTransId="{03E32488-F40A-4E43-A616-B7078EF311DB}" sibTransId="{FE881A2E-5EF9-48D4-AA76-E719EEA71D74}"/>
    <dgm:cxn modelId="{1CBD0FE8-D283-4006-9AE6-A98B292A4F37}" type="presParOf" srcId="{70F063DA-5F25-4602-B8D8-E0921A3C2EAC}" destId="{EDCC082F-E1FB-48C9-AFDA-42F22D60F6F8}" srcOrd="0" destOrd="0" presId="urn:microsoft.com/office/officeart/2005/8/layout/vList2"/>
    <dgm:cxn modelId="{AB5804C4-8DCC-4783-8097-7EC3C09136AD}" type="presParOf" srcId="{70F063DA-5F25-4602-B8D8-E0921A3C2EAC}" destId="{78C06631-3E53-43CD-BF9F-17EFC356F5AB}" srcOrd="1" destOrd="0" presId="urn:microsoft.com/office/officeart/2005/8/layout/vList2"/>
    <dgm:cxn modelId="{352F2A3C-500E-4924-9CA1-7B95712325D1}" type="presParOf" srcId="{70F063DA-5F25-4602-B8D8-E0921A3C2EAC}" destId="{E5EEA571-19A4-4243-ADE7-98DFEE8FE663}" srcOrd="2" destOrd="0" presId="urn:microsoft.com/office/officeart/2005/8/layout/vList2"/>
    <dgm:cxn modelId="{E62C2ACF-7395-4BF0-A7C9-A690F5FF83A8}" type="presParOf" srcId="{70F063DA-5F25-4602-B8D8-E0921A3C2EAC}" destId="{3B3AEAA4-5C2E-4AF3-B881-AE9B9A8956C5}" srcOrd="3" destOrd="0" presId="urn:microsoft.com/office/officeart/2005/8/layout/vList2"/>
    <dgm:cxn modelId="{E79AF0DA-50D2-40AA-A890-87E50C7FBEF6}" type="presParOf" srcId="{70F063DA-5F25-4602-B8D8-E0921A3C2EAC}" destId="{5D87EC1C-9A91-4173-9658-C3534351533E}" srcOrd="4" destOrd="0" presId="urn:microsoft.com/office/officeart/2005/8/layout/vList2"/>
    <dgm:cxn modelId="{4C1DD225-6F02-4850-B593-7C0984BA3EEC}" type="presParOf" srcId="{70F063DA-5F25-4602-B8D8-E0921A3C2EAC}" destId="{F028C490-A3DB-42DF-AFAA-C1A11859D115}" srcOrd="5" destOrd="0" presId="urn:microsoft.com/office/officeart/2005/8/layout/vList2"/>
    <dgm:cxn modelId="{AE2E14F4-537F-4E5E-B96D-BF7E76B463CF}" type="presParOf" srcId="{70F063DA-5F25-4602-B8D8-E0921A3C2EAC}" destId="{C9D4DDA9-FD68-45FE-9BD5-6F5EC19D2CD6}" srcOrd="6" destOrd="0" presId="urn:microsoft.com/office/officeart/2005/8/layout/vList2"/>
    <dgm:cxn modelId="{811AD724-8BB4-4779-9217-C898E077E380}" type="presParOf" srcId="{70F063DA-5F25-4602-B8D8-E0921A3C2EAC}" destId="{91AF6B4E-A819-41EF-9DF1-D1233B5296CA}" srcOrd="7" destOrd="0" presId="urn:microsoft.com/office/officeart/2005/8/layout/vList2"/>
    <dgm:cxn modelId="{F8271224-624A-4102-A904-A672311734B7}" type="presParOf" srcId="{70F063DA-5F25-4602-B8D8-E0921A3C2EAC}" destId="{A7B8E7AC-01F1-40FB-B4D2-C5CCA45FB86B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5A5C3C-AF26-4686-9494-1FB7CE79F4A1}" type="doc">
      <dgm:prSet loTypeId="urn:microsoft.com/office/officeart/2018/5/layout/IconCircleLabel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5F9613DE-0C5F-4F9C-99B4-3C5E6CEBC834}">
      <dgm:prSet/>
      <dgm:spPr/>
      <dgm:t>
        <a:bodyPr/>
        <a:lstStyle/>
        <a:p>
          <a:pPr rtl="0">
            <a:lnSpc>
              <a:spcPct val="100000"/>
            </a:lnSpc>
            <a:defRPr cap="all"/>
          </a:pPr>
          <a:r>
            <a:rPr lang="en-US" dirty="0">
              <a:latin typeface="Franklin Gothic Demi Cond" panose="020B0706030402020204"/>
            </a:rPr>
            <a:t>Assign work</a:t>
          </a:r>
          <a:r>
            <a:rPr lang="en-US" dirty="0"/>
            <a:t> </a:t>
          </a:r>
          <a:r>
            <a:rPr lang="en-US" dirty="0">
              <a:latin typeface="Franklin Gothic Demi Cond" panose="020B0706030402020204"/>
            </a:rPr>
            <a:t>to team</a:t>
          </a:r>
          <a:endParaRPr lang="en-US" dirty="0"/>
        </a:p>
      </dgm:t>
    </dgm:pt>
    <dgm:pt modelId="{F71BC343-CBA2-439D-8BA8-D326746E8004}" type="parTrans" cxnId="{92CA13A7-FDEB-43A0-9799-9EDA766C49B5}">
      <dgm:prSet/>
      <dgm:spPr/>
      <dgm:t>
        <a:bodyPr/>
        <a:lstStyle/>
        <a:p>
          <a:endParaRPr lang="en-US"/>
        </a:p>
      </dgm:t>
    </dgm:pt>
    <dgm:pt modelId="{ED29AFEF-49CF-40B5-B91E-32E82F7531E3}" type="sibTrans" cxnId="{92CA13A7-FDEB-43A0-9799-9EDA766C49B5}">
      <dgm:prSet/>
      <dgm:spPr/>
      <dgm:t>
        <a:bodyPr/>
        <a:lstStyle/>
        <a:p>
          <a:endParaRPr lang="en-US"/>
        </a:p>
      </dgm:t>
    </dgm:pt>
    <dgm:pt modelId="{7E1FBDB2-8A06-4BC6-938A-107E4E74A3A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Design WebApp UI</a:t>
          </a:r>
        </a:p>
      </dgm:t>
    </dgm:pt>
    <dgm:pt modelId="{B48737E2-CAC0-44D3-8F69-6CC2C64FAB50}" type="parTrans" cxnId="{D66CDDB7-9711-467D-9330-5FE4E2E46399}">
      <dgm:prSet/>
      <dgm:spPr/>
      <dgm:t>
        <a:bodyPr/>
        <a:lstStyle/>
        <a:p>
          <a:endParaRPr lang="en-US"/>
        </a:p>
      </dgm:t>
    </dgm:pt>
    <dgm:pt modelId="{6AED6072-658E-45C6-B947-4069CA9B6D88}" type="sibTrans" cxnId="{D66CDDB7-9711-467D-9330-5FE4E2E46399}">
      <dgm:prSet/>
      <dgm:spPr/>
      <dgm:t>
        <a:bodyPr/>
        <a:lstStyle/>
        <a:p>
          <a:endParaRPr lang="en-US"/>
        </a:p>
      </dgm:t>
    </dgm:pt>
    <dgm:pt modelId="{E3427F45-A907-4D32-8C65-290FA7DA937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Develop the backend order handling</a:t>
          </a:r>
        </a:p>
      </dgm:t>
    </dgm:pt>
    <dgm:pt modelId="{4B805A25-60F2-4BCB-98FA-650E4F2286FB}" type="parTrans" cxnId="{CA91EA9E-CE92-4B06-94F0-D50D551EAD31}">
      <dgm:prSet/>
      <dgm:spPr/>
      <dgm:t>
        <a:bodyPr/>
        <a:lstStyle/>
        <a:p>
          <a:endParaRPr lang="en-US"/>
        </a:p>
      </dgm:t>
    </dgm:pt>
    <dgm:pt modelId="{DC9EB67F-7E42-4180-A4C8-FA9DA50E81E4}" type="sibTrans" cxnId="{CA91EA9E-CE92-4B06-94F0-D50D551EAD31}">
      <dgm:prSet/>
      <dgm:spPr/>
      <dgm:t>
        <a:bodyPr/>
        <a:lstStyle/>
        <a:p>
          <a:endParaRPr lang="en-US"/>
        </a:p>
      </dgm:t>
    </dgm:pt>
    <dgm:pt modelId="{72271C19-B922-40B6-9DEF-1F1E4CC9C51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Ensure Client Requests Reach Backend</a:t>
          </a:r>
        </a:p>
      </dgm:t>
    </dgm:pt>
    <dgm:pt modelId="{4642E9B8-9961-41F5-BCFC-802B730C6EAC}" type="parTrans" cxnId="{FE52F4BA-E36A-45F6-9EFF-0F0A19480A3C}">
      <dgm:prSet/>
      <dgm:spPr/>
      <dgm:t>
        <a:bodyPr/>
        <a:lstStyle/>
        <a:p>
          <a:endParaRPr lang="en-US"/>
        </a:p>
      </dgm:t>
    </dgm:pt>
    <dgm:pt modelId="{50D1157C-22D4-4A54-BE6A-72921BE8F0E8}" type="sibTrans" cxnId="{FE52F4BA-E36A-45F6-9EFF-0F0A19480A3C}">
      <dgm:prSet/>
      <dgm:spPr/>
      <dgm:t>
        <a:bodyPr/>
        <a:lstStyle/>
        <a:p>
          <a:endParaRPr lang="en-US"/>
        </a:p>
      </dgm:t>
    </dgm:pt>
    <dgm:pt modelId="{F68BA9B1-820A-4F58-927C-90836A5EF91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Testing and bug-fixing</a:t>
          </a:r>
        </a:p>
      </dgm:t>
    </dgm:pt>
    <dgm:pt modelId="{D89613E4-EF38-4740-A94E-5D423DAC9150}" type="parTrans" cxnId="{A0466B94-EDC3-42F9-9518-0CD154CC26A1}">
      <dgm:prSet/>
      <dgm:spPr/>
      <dgm:t>
        <a:bodyPr/>
        <a:lstStyle/>
        <a:p>
          <a:endParaRPr lang="en-US"/>
        </a:p>
      </dgm:t>
    </dgm:pt>
    <dgm:pt modelId="{E915EB47-3AEA-4537-826A-4E4252A518BC}" type="sibTrans" cxnId="{A0466B94-EDC3-42F9-9518-0CD154CC26A1}">
      <dgm:prSet/>
      <dgm:spPr/>
      <dgm:t>
        <a:bodyPr/>
        <a:lstStyle/>
        <a:p>
          <a:endParaRPr lang="en-US"/>
        </a:p>
      </dgm:t>
    </dgm:pt>
    <dgm:pt modelId="{6303877E-7613-4D79-84C9-FC3D457E209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Release</a:t>
          </a:r>
        </a:p>
      </dgm:t>
    </dgm:pt>
    <dgm:pt modelId="{F30A4AB8-555D-4ED0-848B-7944A720AB72}" type="parTrans" cxnId="{3CE20AAE-8BA2-4CF0-ACD5-7662C291FAEB}">
      <dgm:prSet/>
      <dgm:spPr/>
      <dgm:t>
        <a:bodyPr/>
        <a:lstStyle/>
        <a:p>
          <a:endParaRPr lang="en-US"/>
        </a:p>
      </dgm:t>
    </dgm:pt>
    <dgm:pt modelId="{BF4FCBEF-C381-433C-82B7-4739C0DD8F08}" type="sibTrans" cxnId="{3CE20AAE-8BA2-4CF0-ACD5-7662C291FAEB}">
      <dgm:prSet/>
      <dgm:spPr/>
      <dgm:t>
        <a:bodyPr/>
        <a:lstStyle/>
        <a:p>
          <a:endParaRPr lang="en-US"/>
        </a:p>
      </dgm:t>
    </dgm:pt>
    <dgm:pt modelId="{1675F421-0A61-4869-B3AD-019FF35E72D7}" type="pres">
      <dgm:prSet presAssocID="{065A5C3C-AF26-4686-9494-1FB7CE79F4A1}" presName="root" presStyleCnt="0">
        <dgm:presLayoutVars>
          <dgm:dir/>
          <dgm:resizeHandles val="exact"/>
        </dgm:presLayoutVars>
      </dgm:prSet>
      <dgm:spPr/>
    </dgm:pt>
    <dgm:pt modelId="{1B1405BC-17D7-4470-BD3C-3A8DCE78AAAA}" type="pres">
      <dgm:prSet presAssocID="{5F9613DE-0C5F-4F9C-99B4-3C5E6CEBC834}" presName="compNode" presStyleCnt="0"/>
      <dgm:spPr/>
    </dgm:pt>
    <dgm:pt modelId="{4BF0E8D2-3A4F-4FB6-90EA-44AA3E138682}" type="pres">
      <dgm:prSet presAssocID="{5F9613DE-0C5F-4F9C-99B4-3C5E6CEBC834}" presName="iconBgRect" presStyleLbl="bgShp" presStyleIdx="0" presStyleCnt="6"/>
      <dgm:spPr/>
    </dgm:pt>
    <dgm:pt modelId="{69D12395-4D4F-4497-B1BF-7F75D6B405CE}" type="pres">
      <dgm:prSet presAssocID="{5F9613DE-0C5F-4F9C-99B4-3C5E6CEBC834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2DDE47AF-2A48-403D-91A9-D7771BB4C5C0}" type="pres">
      <dgm:prSet presAssocID="{5F9613DE-0C5F-4F9C-99B4-3C5E6CEBC834}" presName="spaceRect" presStyleCnt="0"/>
      <dgm:spPr/>
    </dgm:pt>
    <dgm:pt modelId="{469237AF-8F93-4162-90A9-837CDC6F1D77}" type="pres">
      <dgm:prSet presAssocID="{5F9613DE-0C5F-4F9C-99B4-3C5E6CEBC834}" presName="textRect" presStyleLbl="revTx" presStyleIdx="0" presStyleCnt="6">
        <dgm:presLayoutVars>
          <dgm:chMax val="1"/>
          <dgm:chPref val="1"/>
        </dgm:presLayoutVars>
      </dgm:prSet>
      <dgm:spPr/>
    </dgm:pt>
    <dgm:pt modelId="{3AFE5331-A7BB-416D-82FB-384107A3EA73}" type="pres">
      <dgm:prSet presAssocID="{ED29AFEF-49CF-40B5-B91E-32E82F7531E3}" presName="sibTrans" presStyleCnt="0"/>
      <dgm:spPr/>
    </dgm:pt>
    <dgm:pt modelId="{4F040FBC-B486-4F56-9827-25C344AC83EF}" type="pres">
      <dgm:prSet presAssocID="{7E1FBDB2-8A06-4BC6-938A-107E4E74A3A2}" presName="compNode" presStyleCnt="0"/>
      <dgm:spPr/>
    </dgm:pt>
    <dgm:pt modelId="{2199512C-9481-4265-A51B-DEF09C9AA6CA}" type="pres">
      <dgm:prSet presAssocID="{7E1FBDB2-8A06-4BC6-938A-107E4E74A3A2}" presName="iconBgRect" presStyleLbl="bgShp" presStyleIdx="1" presStyleCnt="6"/>
      <dgm:spPr/>
    </dgm:pt>
    <dgm:pt modelId="{18A76FB5-BB79-4D3F-9A00-F983A0240177}" type="pres">
      <dgm:prSet presAssocID="{7E1FBDB2-8A06-4BC6-938A-107E4E74A3A2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F5AFE80-7D46-41E2-B80F-DD2438A32B54}" type="pres">
      <dgm:prSet presAssocID="{7E1FBDB2-8A06-4BC6-938A-107E4E74A3A2}" presName="spaceRect" presStyleCnt="0"/>
      <dgm:spPr/>
    </dgm:pt>
    <dgm:pt modelId="{C6EC801F-17E0-45EC-9EED-554288A90AD2}" type="pres">
      <dgm:prSet presAssocID="{7E1FBDB2-8A06-4BC6-938A-107E4E74A3A2}" presName="textRect" presStyleLbl="revTx" presStyleIdx="1" presStyleCnt="6">
        <dgm:presLayoutVars>
          <dgm:chMax val="1"/>
          <dgm:chPref val="1"/>
        </dgm:presLayoutVars>
      </dgm:prSet>
      <dgm:spPr/>
    </dgm:pt>
    <dgm:pt modelId="{5A05A6C7-D30A-46DB-854C-A6905D169EDC}" type="pres">
      <dgm:prSet presAssocID="{6AED6072-658E-45C6-B947-4069CA9B6D88}" presName="sibTrans" presStyleCnt="0"/>
      <dgm:spPr/>
    </dgm:pt>
    <dgm:pt modelId="{57048B04-8043-4F4C-81AA-F5332216B881}" type="pres">
      <dgm:prSet presAssocID="{E3427F45-A907-4D32-8C65-290FA7DA9374}" presName="compNode" presStyleCnt="0"/>
      <dgm:spPr/>
    </dgm:pt>
    <dgm:pt modelId="{7544C825-D110-439C-8147-9FC4F24B91CB}" type="pres">
      <dgm:prSet presAssocID="{E3427F45-A907-4D32-8C65-290FA7DA9374}" presName="iconBgRect" presStyleLbl="bgShp" presStyleIdx="2" presStyleCnt="6"/>
      <dgm:spPr/>
    </dgm:pt>
    <dgm:pt modelId="{D5AB4C37-0F48-40DE-B4E5-15F1A757B1D9}" type="pres">
      <dgm:prSet presAssocID="{E3427F45-A907-4D32-8C65-290FA7DA9374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96CDC027-B0A1-41DB-B6C0-B774C3904198}" type="pres">
      <dgm:prSet presAssocID="{E3427F45-A907-4D32-8C65-290FA7DA9374}" presName="spaceRect" presStyleCnt="0"/>
      <dgm:spPr/>
    </dgm:pt>
    <dgm:pt modelId="{C9C1714C-259E-43D5-A591-6A88C5B3A703}" type="pres">
      <dgm:prSet presAssocID="{E3427F45-A907-4D32-8C65-290FA7DA9374}" presName="textRect" presStyleLbl="revTx" presStyleIdx="2" presStyleCnt="6">
        <dgm:presLayoutVars>
          <dgm:chMax val="1"/>
          <dgm:chPref val="1"/>
        </dgm:presLayoutVars>
      </dgm:prSet>
      <dgm:spPr/>
    </dgm:pt>
    <dgm:pt modelId="{9D9D36D5-3D8A-454F-88A3-61ACB5ABEC4D}" type="pres">
      <dgm:prSet presAssocID="{DC9EB67F-7E42-4180-A4C8-FA9DA50E81E4}" presName="sibTrans" presStyleCnt="0"/>
      <dgm:spPr/>
    </dgm:pt>
    <dgm:pt modelId="{D30010F7-9204-44CE-9AF3-509C264941B0}" type="pres">
      <dgm:prSet presAssocID="{72271C19-B922-40B6-9DEF-1F1E4CC9C515}" presName="compNode" presStyleCnt="0"/>
      <dgm:spPr/>
    </dgm:pt>
    <dgm:pt modelId="{444F2226-8A6A-4B33-B2CC-3AB3332BA9EE}" type="pres">
      <dgm:prSet presAssocID="{72271C19-B922-40B6-9DEF-1F1E4CC9C515}" presName="iconBgRect" presStyleLbl="bgShp" presStyleIdx="3" presStyleCnt="6"/>
      <dgm:spPr/>
    </dgm:pt>
    <dgm:pt modelId="{23EAD293-F567-4259-97F0-C5F163AFFF71}" type="pres">
      <dgm:prSet presAssocID="{72271C19-B922-40B6-9DEF-1F1E4CC9C515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79DE7EFC-EA8E-4D6C-9471-3D8696FC0AEA}" type="pres">
      <dgm:prSet presAssocID="{72271C19-B922-40B6-9DEF-1F1E4CC9C515}" presName="spaceRect" presStyleCnt="0"/>
      <dgm:spPr/>
    </dgm:pt>
    <dgm:pt modelId="{3795937A-E727-40FB-8FC1-5B120A949A13}" type="pres">
      <dgm:prSet presAssocID="{72271C19-B922-40B6-9DEF-1F1E4CC9C515}" presName="textRect" presStyleLbl="revTx" presStyleIdx="3" presStyleCnt="6">
        <dgm:presLayoutVars>
          <dgm:chMax val="1"/>
          <dgm:chPref val="1"/>
        </dgm:presLayoutVars>
      </dgm:prSet>
      <dgm:spPr/>
    </dgm:pt>
    <dgm:pt modelId="{FD5C1A71-D16F-4177-9829-BFD4F1B1DEEE}" type="pres">
      <dgm:prSet presAssocID="{50D1157C-22D4-4A54-BE6A-72921BE8F0E8}" presName="sibTrans" presStyleCnt="0"/>
      <dgm:spPr/>
    </dgm:pt>
    <dgm:pt modelId="{EE5476BC-21E5-4130-B208-2F4F02015396}" type="pres">
      <dgm:prSet presAssocID="{F68BA9B1-820A-4F58-927C-90836A5EF912}" presName="compNode" presStyleCnt="0"/>
      <dgm:spPr/>
    </dgm:pt>
    <dgm:pt modelId="{F2BAFC03-EEBF-4ED2-A6A3-9C391EA8DCD6}" type="pres">
      <dgm:prSet presAssocID="{F68BA9B1-820A-4F58-927C-90836A5EF912}" presName="iconBgRect" presStyleLbl="bgShp" presStyleIdx="4" presStyleCnt="6"/>
      <dgm:spPr/>
    </dgm:pt>
    <dgm:pt modelId="{1002C9EB-0E6C-4FEA-BDF7-AC4DA681CA7F}" type="pres">
      <dgm:prSet presAssocID="{F68BA9B1-820A-4F58-927C-90836A5EF912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g"/>
        </a:ext>
      </dgm:extLst>
    </dgm:pt>
    <dgm:pt modelId="{105633C1-EDDF-4491-97E9-0DA698B6BFDB}" type="pres">
      <dgm:prSet presAssocID="{F68BA9B1-820A-4F58-927C-90836A5EF912}" presName="spaceRect" presStyleCnt="0"/>
      <dgm:spPr/>
    </dgm:pt>
    <dgm:pt modelId="{DAA7FA3C-AAC3-483C-8CB1-B8DBE776E72F}" type="pres">
      <dgm:prSet presAssocID="{F68BA9B1-820A-4F58-927C-90836A5EF912}" presName="textRect" presStyleLbl="revTx" presStyleIdx="4" presStyleCnt="6">
        <dgm:presLayoutVars>
          <dgm:chMax val="1"/>
          <dgm:chPref val="1"/>
        </dgm:presLayoutVars>
      </dgm:prSet>
      <dgm:spPr/>
    </dgm:pt>
    <dgm:pt modelId="{BDC5870A-E50F-4095-90D7-AE4245F7FBF3}" type="pres">
      <dgm:prSet presAssocID="{E915EB47-3AEA-4537-826A-4E4252A518BC}" presName="sibTrans" presStyleCnt="0"/>
      <dgm:spPr/>
    </dgm:pt>
    <dgm:pt modelId="{05EA1662-5119-4023-BE38-6CA5BBDB5947}" type="pres">
      <dgm:prSet presAssocID="{6303877E-7613-4D79-84C9-FC3D457E2096}" presName="compNode" presStyleCnt="0"/>
      <dgm:spPr/>
    </dgm:pt>
    <dgm:pt modelId="{01C3D0EB-2B06-4A6B-9E68-F4E0A9DBA03D}" type="pres">
      <dgm:prSet presAssocID="{6303877E-7613-4D79-84C9-FC3D457E2096}" presName="iconBgRect" presStyleLbl="bgShp" presStyleIdx="5" presStyleCnt="6"/>
      <dgm:spPr/>
    </dgm:pt>
    <dgm:pt modelId="{7855E520-29AF-4D58-8EA9-A4A3D6939996}" type="pres">
      <dgm:prSet presAssocID="{6303877E-7613-4D79-84C9-FC3D457E2096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ybook"/>
        </a:ext>
      </dgm:extLst>
    </dgm:pt>
    <dgm:pt modelId="{551A60F4-9EE9-4443-9F53-AFEB5B9F1E04}" type="pres">
      <dgm:prSet presAssocID="{6303877E-7613-4D79-84C9-FC3D457E2096}" presName="spaceRect" presStyleCnt="0"/>
      <dgm:spPr/>
    </dgm:pt>
    <dgm:pt modelId="{F7F2A55C-EBD0-47B2-874A-5268498F0864}" type="pres">
      <dgm:prSet presAssocID="{6303877E-7613-4D79-84C9-FC3D457E2096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22E56C29-4CF5-46BB-B5A3-CC2592A2A9EA}" type="presOf" srcId="{F68BA9B1-820A-4F58-927C-90836A5EF912}" destId="{DAA7FA3C-AAC3-483C-8CB1-B8DBE776E72F}" srcOrd="0" destOrd="0" presId="urn:microsoft.com/office/officeart/2018/5/layout/IconCircleLabelList"/>
    <dgm:cxn modelId="{D44F386E-1C08-435A-A3C2-7BE858D99AC5}" type="presOf" srcId="{065A5C3C-AF26-4686-9494-1FB7CE79F4A1}" destId="{1675F421-0A61-4869-B3AD-019FF35E72D7}" srcOrd="0" destOrd="0" presId="urn:microsoft.com/office/officeart/2018/5/layout/IconCircleLabelList"/>
    <dgm:cxn modelId="{552E576E-0E48-4A5E-A6F9-91351B4917EB}" type="presOf" srcId="{6303877E-7613-4D79-84C9-FC3D457E2096}" destId="{F7F2A55C-EBD0-47B2-874A-5268498F0864}" srcOrd="0" destOrd="0" presId="urn:microsoft.com/office/officeart/2018/5/layout/IconCircleLabelList"/>
    <dgm:cxn modelId="{7DAC1872-DA43-4BF4-B08B-B3FFABE94CA6}" type="presOf" srcId="{72271C19-B922-40B6-9DEF-1F1E4CC9C515}" destId="{3795937A-E727-40FB-8FC1-5B120A949A13}" srcOrd="0" destOrd="0" presId="urn:microsoft.com/office/officeart/2018/5/layout/IconCircleLabelList"/>
    <dgm:cxn modelId="{A0466B94-EDC3-42F9-9518-0CD154CC26A1}" srcId="{065A5C3C-AF26-4686-9494-1FB7CE79F4A1}" destId="{F68BA9B1-820A-4F58-927C-90836A5EF912}" srcOrd="4" destOrd="0" parTransId="{D89613E4-EF38-4740-A94E-5D423DAC9150}" sibTransId="{E915EB47-3AEA-4537-826A-4E4252A518BC}"/>
    <dgm:cxn modelId="{CA91EA9E-CE92-4B06-94F0-D50D551EAD31}" srcId="{065A5C3C-AF26-4686-9494-1FB7CE79F4A1}" destId="{E3427F45-A907-4D32-8C65-290FA7DA9374}" srcOrd="2" destOrd="0" parTransId="{4B805A25-60F2-4BCB-98FA-650E4F2286FB}" sibTransId="{DC9EB67F-7E42-4180-A4C8-FA9DA50E81E4}"/>
    <dgm:cxn modelId="{92CA13A7-FDEB-43A0-9799-9EDA766C49B5}" srcId="{065A5C3C-AF26-4686-9494-1FB7CE79F4A1}" destId="{5F9613DE-0C5F-4F9C-99B4-3C5E6CEBC834}" srcOrd="0" destOrd="0" parTransId="{F71BC343-CBA2-439D-8BA8-D326746E8004}" sibTransId="{ED29AFEF-49CF-40B5-B91E-32E82F7531E3}"/>
    <dgm:cxn modelId="{3CE20AAE-8BA2-4CF0-ACD5-7662C291FAEB}" srcId="{065A5C3C-AF26-4686-9494-1FB7CE79F4A1}" destId="{6303877E-7613-4D79-84C9-FC3D457E2096}" srcOrd="5" destOrd="0" parTransId="{F30A4AB8-555D-4ED0-848B-7944A720AB72}" sibTransId="{BF4FCBEF-C381-433C-82B7-4739C0DD8F08}"/>
    <dgm:cxn modelId="{D66CDDB7-9711-467D-9330-5FE4E2E46399}" srcId="{065A5C3C-AF26-4686-9494-1FB7CE79F4A1}" destId="{7E1FBDB2-8A06-4BC6-938A-107E4E74A3A2}" srcOrd="1" destOrd="0" parTransId="{B48737E2-CAC0-44D3-8F69-6CC2C64FAB50}" sibTransId="{6AED6072-658E-45C6-B947-4069CA9B6D88}"/>
    <dgm:cxn modelId="{26E570B9-EA9A-403E-9A02-8A7C5102A54D}" type="presOf" srcId="{E3427F45-A907-4D32-8C65-290FA7DA9374}" destId="{C9C1714C-259E-43D5-A591-6A88C5B3A703}" srcOrd="0" destOrd="0" presId="urn:microsoft.com/office/officeart/2018/5/layout/IconCircleLabelList"/>
    <dgm:cxn modelId="{FE52F4BA-E36A-45F6-9EFF-0F0A19480A3C}" srcId="{065A5C3C-AF26-4686-9494-1FB7CE79F4A1}" destId="{72271C19-B922-40B6-9DEF-1F1E4CC9C515}" srcOrd="3" destOrd="0" parTransId="{4642E9B8-9961-41F5-BCFC-802B730C6EAC}" sibTransId="{50D1157C-22D4-4A54-BE6A-72921BE8F0E8}"/>
    <dgm:cxn modelId="{8C4AD0DE-A272-4BAB-A693-822B983F5FF2}" type="presOf" srcId="{5F9613DE-0C5F-4F9C-99B4-3C5E6CEBC834}" destId="{469237AF-8F93-4162-90A9-837CDC6F1D77}" srcOrd="0" destOrd="0" presId="urn:microsoft.com/office/officeart/2018/5/layout/IconCircleLabelList"/>
    <dgm:cxn modelId="{399C84E0-0CB7-4A1D-969F-50D3AEF7E78B}" type="presOf" srcId="{7E1FBDB2-8A06-4BC6-938A-107E4E74A3A2}" destId="{C6EC801F-17E0-45EC-9EED-554288A90AD2}" srcOrd="0" destOrd="0" presId="urn:microsoft.com/office/officeart/2018/5/layout/IconCircleLabelList"/>
    <dgm:cxn modelId="{0A686C18-0082-4184-9572-3F58883471A5}" type="presParOf" srcId="{1675F421-0A61-4869-B3AD-019FF35E72D7}" destId="{1B1405BC-17D7-4470-BD3C-3A8DCE78AAAA}" srcOrd="0" destOrd="0" presId="urn:microsoft.com/office/officeart/2018/5/layout/IconCircleLabelList"/>
    <dgm:cxn modelId="{B5247CBB-9DC0-4941-8036-C02B68278615}" type="presParOf" srcId="{1B1405BC-17D7-4470-BD3C-3A8DCE78AAAA}" destId="{4BF0E8D2-3A4F-4FB6-90EA-44AA3E138682}" srcOrd="0" destOrd="0" presId="urn:microsoft.com/office/officeart/2018/5/layout/IconCircleLabelList"/>
    <dgm:cxn modelId="{5762E726-971E-4AC2-B95D-E95A043A6775}" type="presParOf" srcId="{1B1405BC-17D7-4470-BD3C-3A8DCE78AAAA}" destId="{69D12395-4D4F-4497-B1BF-7F75D6B405CE}" srcOrd="1" destOrd="0" presId="urn:microsoft.com/office/officeart/2018/5/layout/IconCircleLabelList"/>
    <dgm:cxn modelId="{5CC934EF-6781-4D39-A6B1-A8BC71D6B228}" type="presParOf" srcId="{1B1405BC-17D7-4470-BD3C-3A8DCE78AAAA}" destId="{2DDE47AF-2A48-403D-91A9-D7771BB4C5C0}" srcOrd="2" destOrd="0" presId="urn:microsoft.com/office/officeart/2018/5/layout/IconCircleLabelList"/>
    <dgm:cxn modelId="{2EB39045-E552-4682-BAF9-C3912E93856C}" type="presParOf" srcId="{1B1405BC-17D7-4470-BD3C-3A8DCE78AAAA}" destId="{469237AF-8F93-4162-90A9-837CDC6F1D77}" srcOrd="3" destOrd="0" presId="urn:microsoft.com/office/officeart/2018/5/layout/IconCircleLabelList"/>
    <dgm:cxn modelId="{80FACF2C-9B80-42CA-B6D3-7286B0BE14DF}" type="presParOf" srcId="{1675F421-0A61-4869-B3AD-019FF35E72D7}" destId="{3AFE5331-A7BB-416D-82FB-384107A3EA73}" srcOrd="1" destOrd="0" presId="urn:microsoft.com/office/officeart/2018/5/layout/IconCircleLabelList"/>
    <dgm:cxn modelId="{FCDEC343-688E-4DDE-B4E4-91C6DD8EA8E6}" type="presParOf" srcId="{1675F421-0A61-4869-B3AD-019FF35E72D7}" destId="{4F040FBC-B486-4F56-9827-25C344AC83EF}" srcOrd="2" destOrd="0" presId="urn:microsoft.com/office/officeart/2018/5/layout/IconCircleLabelList"/>
    <dgm:cxn modelId="{A05A1525-7E56-41A6-97AC-2973558B91E4}" type="presParOf" srcId="{4F040FBC-B486-4F56-9827-25C344AC83EF}" destId="{2199512C-9481-4265-A51B-DEF09C9AA6CA}" srcOrd="0" destOrd="0" presId="urn:microsoft.com/office/officeart/2018/5/layout/IconCircleLabelList"/>
    <dgm:cxn modelId="{F09B6985-4E09-40A1-9A62-A8E6FF911899}" type="presParOf" srcId="{4F040FBC-B486-4F56-9827-25C344AC83EF}" destId="{18A76FB5-BB79-4D3F-9A00-F983A0240177}" srcOrd="1" destOrd="0" presId="urn:microsoft.com/office/officeart/2018/5/layout/IconCircleLabelList"/>
    <dgm:cxn modelId="{D12D2B49-BF5A-4100-84F3-CBD3413F1152}" type="presParOf" srcId="{4F040FBC-B486-4F56-9827-25C344AC83EF}" destId="{5F5AFE80-7D46-41E2-B80F-DD2438A32B54}" srcOrd="2" destOrd="0" presId="urn:microsoft.com/office/officeart/2018/5/layout/IconCircleLabelList"/>
    <dgm:cxn modelId="{F58702A3-A00E-46C0-ACFE-E4190BBFE1C3}" type="presParOf" srcId="{4F040FBC-B486-4F56-9827-25C344AC83EF}" destId="{C6EC801F-17E0-45EC-9EED-554288A90AD2}" srcOrd="3" destOrd="0" presId="urn:microsoft.com/office/officeart/2018/5/layout/IconCircleLabelList"/>
    <dgm:cxn modelId="{77E41FEE-E1F0-4938-BE6B-EB77F5268813}" type="presParOf" srcId="{1675F421-0A61-4869-B3AD-019FF35E72D7}" destId="{5A05A6C7-D30A-46DB-854C-A6905D169EDC}" srcOrd="3" destOrd="0" presId="urn:microsoft.com/office/officeart/2018/5/layout/IconCircleLabelList"/>
    <dgm:cxn modelId="{0B0ABFDD-4AEC-4D4E-8A7B-ED26DD2C7860}" type="presParOf" srcId="{1675F421-0A61-4869-B3AD-019FF35E72D7}" destId="{57048B04-8043-4F4C-81AA-F5332216B881}" srcOrd="4" destOrd="0" presId="urn:microsoft.com/office/officeart/2018/5/layout/IconCircleLabelList"/>
    <dgm:cxn modelId="{0392F654-7B83-4E71-B23D-9C8EB6386833}" type="presParOf" srcId="{57048B04-8043-4F4C-81AA-F5332216B881}" destId="{7544C825-D110-439C-8147-9FC4F24B91CB}" srcOrd="0" destOrd="0" presId="urn:microsoft.com/office/officeart/2018/5/layout/IconCircleLabelList"/>
    <dgm:cxn modelId="{CC429E47-C27D-4B78-84D2-3668881A4DB3}" type="presParOf" srcId="{57048B04-8043-4F4C-81AA-F5332216B881}" destId="{D5AB4C37-0F48-40DE-B4E5-15F1A757B1D9}" srcOrd="1" destOrd="0" presId="urn:microsoft.com/office/officeart/2018/5/layout/IconCircleLabelList"/>
    <dgm:cxn modelId="{84EF6777-E30B-4E12-9F9C-B936E60EAD0D}" type="presParOf" srcId="{57048B04-8043-4F4C-81AA-F5332216B881}" destId="{96CDC027-B0A1-41DB-B6C0-B774C3904198}" srcOrd="2" destOrd="0" presId="urn:microsoft.com/office/officeart/2018/5/layout/IconCircleLabelList"/>
    <dgm:cxn modelId="{B041B78C-A641-4285-94DE-67AEBF9F6FA2}" type="presParOf" srcId="{57048B04-8043-4F4C-81AA-F5332216B881}" destId="{C9C1714C-259E-43D5-A591-6A88C5B3A703}" srcOrd="3" destOrd="0" presId="urn:microsoft.com/office/officeart/2018/5/layout/IconCircleLabelList"/>
    <dgm:cxn modelId="{7AAD201D-D7F8-4F09-A521-ABEDEBC06B4D}" type="presParOf" srcId="{1675F421-0A61-4869-B3AD-019FF35E72D7}" destId="{9D9D36D5-3D8A-454F-88A3-61ACB5ABEC4D}" srcOrd="5" destOrd="0" presId="urn:microsoft.com/office/officeart/2018/5/layout/IconCircleLabelList"/>
    <dgm:cxn modelId="{6C31D47C-FA04-4F9B-BFE1-DC1B5DB22342}" type="presParOf" srcId="{1675F421-0A61-4869-B3AD-019FF35E72D7}" destId="{D30010F7-9204-44CE-9AF3-509C264941B0}" srcOrd="6" destOrd="0" presId="urn:microsoft.com/office/officeart/2018/5/layout/IconCircleLabelList"/>
    <dgm:cxn modelId="{9A93D0DC-D25D-4C5A-A385-44B3ABF52CB1}" type="presParOf" srcId="{D30010F7-9204-44CE-9AF3-509C264941B0}" destId="{444F2226-8A6A-4B33-B2CC-3AB3332BA9EE}" srcOrd="0" destOrd="0" presId="urn:microsoft.com/office/officeart/2018/5/layout/IconCircleLabelList"/>
    <dgm:cxn modelId="{368E38CE-A2D7-4033-B9C4-ACD82B553114}" type="presParOf" srcId="{D30010F7-9204-44CE-9AF3-509C264941B0}" destId="{23EAD293-F567-4259-97F0-C5F163AFFF71}" srcOrd="1" destOrd="0" presId="urn:microsoft.com/office/officeart/2018/5/layout/IconCircleLabelList"/>
    <dgm:cxn modelId="{62A64F41-C829-49DB-AC24-740130D7D496}" type="presParOf" srcId="{D30010F7-9204-44CE-9AF3-509C264941B0}" destId="{79DE7EFC-EA8E-4D6C-9471-3D8696FC0AEA}" srcOrd="2" destOrd="0" presId="urn:microsoft.com/office/officeart/2018/5/layout/IconCircleLabelList"/>
    <dgm:cxn modelId="{8B73CB8D-0D92-42CA-BC41-BA8AB2F77B0A}" type="presParOf" srcId="{D30010F7-9204-44CE-9AF3-509C264941B0}" destId="{3795937A-E727-40FB-8FC1-5B120A949A13}" srcOrd="3" destOrd="0" presId="urn:microsoft.com/office/officeart/2018/5/layout/IconCircleLabelList"/>
    <dgm:cxn modelId="{8CDCA02B-A2F4-46AA-956D-080905698024}" type="presParOf" srcId="{1675F421-0A61-4869-B3AD-019FF35E72D7}" destId="{FD5C1A71-D16F-4177-9829-BFD4F1B1DEEE}" srcOrd="7" destOrd="0" presId="urn:microsoft.com/office/officeart/2018/5/layout/IconCircleLabelList"/>
    <dgm:cxn modelId="{BEC97A98-55AD-4E5B-AD40-44035B1D5D0D}" type="presParOf" srcId="{1675F421-0A61-4869-B3AD-019FF35E72D7}" destId="{EE5476BC-21E5-4130-B208-2F4F02015396}" srcOrd="8" destOrd="0" presId="urn:microsoft.com/office/officeart/2018/5/layout/IconCircleLabelList"/>
    <dgm:cxn modelId="{13C70181-25C3-42F6-ABC3-58686BA3A796}" type="presParOf" srcId="{EE5476BC-21E5-4130-B208-2F4F02015396}" destId="{F2BAFC03-EEBF-4ED2-A6A3-9C391EA8DCD6}" srcOrd="0" destOrd="0" presId="urn:microsoft.com/office/officeart/2018/5/layout/IconCircleLabelList"/>
    <dgm:cxn modelId="{AB014679-8D05-4F1E-B1C1-45FEF75DEA4D}" type="presParOf" srcId="{EE5476BC-21E5-4130-B208-2F4F02015396}" destId="{1002C9EB-0E6C-4FEA-BDF7-AC4DA681CA7F}" srcOrd="1" destOrd="0" presId="urn:microsoft.com/office/officeart/2018/5/layout/IconCircleLabelList"/>
    <dgm:cxn modelId="{C37AD027-18C1-44FE-A067-10E80B213DBB}" type="presParOf" srcId="{EE5476BC-21E5-4130-B208-2F4F02015396}" destId="{105633C1-EDDF-4491-97E9-0DA698B6BFDB}" srcOrd="2" destOrd="0" presId="urn:microsoft.com/office/officeart/2018/5/layout/IconCircleLabelList"/>
    <dgm:cxn modelId="{A20FB5AE-8380-441F-BD9E-C6F98BABAA2A}" type="presParOf" srcId="{EE5476BC-21E5-4130-B208-2F4F02015396}" destId="{DAA7FA3C-AAC3-483C-8CB1-B8DBE776E72F}" srcOrd="3" destOrd="0" presId="urn:microsoft.com/office/officeart/2018/5/layout/IconCircleLabelList"/>
    <dgm:cxn modelId="{83394A15-6AC5-448A-A3B9-8CE24500B99F}" type="presParOf" srcId="{1675F421-0A61-4869-B3AD-019FF35E72D7}" destId="{BDC5870A-E50F-4095-90D7-AE4245F7FBF3}" srcOrd="9" destOrd="0" presId="urn:microsoft.com/office/officeart/2018/5/layout/IconCircleLabelList"/>
    <dgm:cxn modelId="{18828AC5-B6EA-4F8D-8F34-90E26C5E6397}" type="presParOf" srcId="{1675F421-0A61-4869-B3AD-019FF35E72D7}" destId="{05EA1662-5119-4023-BE38-6CA5BBDB5947}" srcOrd="10" destOrd="0" presId="urn:microsoft.com/office/officeart/2018/5/layout/IconCircleLabelList"/>
    <dgm:cxn modelId="{7DF4873D-5551-44BA-A8BB-6C23DA2DFEBD}" type="presParOf" srcId="{05EA1662-5119-4023-BE38-6CA5BBDB5947}" destId="{01C3D0EB-2B06-4A6B-9E68-F4E0A9DBA03D}" srcOrd="0" destOrd="0" presId="urn:microsoft.com/office/officeart/2018/5/layout/IconCircleLabelList"/>
    <dgm:cxn modelId="{672D95E5-B37B-46FD-A236-5FD7DEA5B702}" type="presParOf" srcId="{05EA1662-5119-4023-BE38-6CA5BBDB5947}" destId="{7855E520-29AF-4D58-8EA9-A4A3D6939996}" srcOrd="1" destOrd="0" presId="urn:microsoft.com/office/officeart/2018/5/layout/IconCircleLabelList"/>
    <dgm:cxn modelId="{196284B1-461B-4DC4-B0DC-77CC05D12528}" type="presParOf" srcId="{05EA1662-5119-4023-BE38-6CA5BBDB5947}" destId="{551A60F4-9EE9-4443-9F53-AFEB5B9F1E04}" srcOrd="2" destOrd="0" presId="urn:microsoft.com/office/officeart/2018/5/layout/IconCircleLabelList"/>
    <dgm:cxn modelId="{2D80E854-64DF-450E-B4E5-E7940C5F79DC}" type="presParOf" srcId="{05EA1662-5119-4023-BE38-6CA5BBDB5947}" destId="{F7F2A55C-EBD0-47B2-874A-5268498F086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03F9C41-0B7C-46D5-A84A-51E688A3D601}" type="doc">
      <dgm:prSet loTypeId="urn:microsoft.com/office/officeart/2005/8/layout/hierarchy1" loCatId="hierarchy" qsTypeId="urn:microsoft.com/office/officeart/2005/8/quickstyle/simple2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0D2E4E2E-25B5-4D4E-A9F7-956137CB4B16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en-US" sz="2000" baseline="0" dirty="0">
              <a:latin typeface="Franklin Gothic Medium" panose="020B0603020102020204"/>
              <a:ea typeface="+mn-ea"/>
              <a:cs typeface="+mn-cs"/>
            </a:rPr>
            <a:t>Sean Staley – Project Manager / Frontend Engineer</a:t>
          </a:r>
          <a:endParaRPr lang="en-US" sz="2000" dirty="0">
            <a:latin typeface="Franklin Gothic Medium" panose="020B0603020102020204"/>
            <a:ea typeface="+mn-ea"/>
            <a:cs typeface="+mn-cs"/>
          </a:endParaRPr>
        </a:p>
      </dgm:t>
    </dgm:pt>
    <dgm:pt modelId="{7B80C90D-AC2E-4BFD-8489-32E96BCEB3E8}" type="parTrans" cxnId="{1B69592C-B706-4F02-9FD2-8C7E3BB48CB4}">
      <dgm:prSet/>
      <dgm:spPr/>
      <dgm:t>
        <a:bodyPr/>
        <a:lstStyle/>
        <a:p>
          <a:endParaRPr lang="en-US"/>
        </a:p>
      </dgm:t>
    </dgm:pt>
    <dgm:pt modelId="{E0610B52-3D9F-436A-809A-6B74703EEE32}" type="sibTrans" cxnId="{1B69592C-B706-4F02-9FD2-8C7E3BB48CB4}">
      <dgm:prSet/>
      <dgm:spPr/>
      <dgm:t>
        <a:bodyPr/>
        <a:lstStyle/>
        <a:p>
          <a:endParaRPr lang="en-US"/>
        </a:p>
      </dgm:t>
    </dgm:pt>
    <dgm:pt modelId="{C4698E69-17CF-4858-B15F-B6028C352A2D}">
      <dgm:prSet/>
      <dgm:spPr/>
      <dgm:t>
        <a:bodyPr/>
        <a:lstStyle/>
        <a:p>
          <a:pPr algn="ctr">
            <a:lnSpc>
              <a:spcPct val="90000"/>
            </a:lnSpc>
          </a:pPr>
          <a:r>
            <a:rPr lang="en-US" sz="2000" baseline="0" dirty="0">
              <a:latin typeface="Franklin Gothic Medium" panose="020B0603020102020204"/>
              <a:ea typeface="+mn-ea"/>
              <a:cs typeface="+mn-cs"/>
            </a:rPr>
            <a:t>Jaden Wattley – Backend Engineer / Product Engineer</a:t>
          </a:r>
          <a:endParaRPr lang="en-US" sz="2000" dirty="0">
            <a:latin typeface="Franklin Gothic Medium" panose="020B0603020102020204"/>
            <a:ea typeface="+mn-ea"/>
            <a:cs typeface="+mn-cs"/>
          </a:endParaRPr>
        </a:p>
      </dgm:t>
    </dgm:pt>
    <dgm:pt modelId="{113C0813-F207-4909-ADB5-AD4CDD65DCD4}" type="parTrans" cxnId="{3B399211-8AB1-4658-AF00-8F8667C815DB}">
      <dgm:prSet/>
      <dgm:spPr/>
      <dgm:t>
        <a:bodyPr/>
        <a:lstStyle/>
        <a:p>
          <a:endParaRPr lang="en-US"/>
        </a:p>
      </dgm:t>
    </dgm:pt>
    <dgm:pt modelId="{12E58754-C7A1-4407-8554-5FD1270AEEF3}" type="sibTrans" cxnId="{3B399211-8AB1-4658-AF00-8F8667C815DB}">
      <dgm:prSet/>
      <dgm:spPr/>
      <dgm:t>
        <a:bodyPr/>
        <a:lstStyle/>
        <a:p>
          <a:endParaRPr lang="en-US"/>
        </a:p>
      </dgm:t>
    </dgm:pt>
    <dgm:pt modelId="{6C30B1F0-A681-4A70-A6F8-00657A10747A}">
      <dgm:prSet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2000" baseline="0" dirty="0">
              <a:latin typeface="Franklin Gothic Medium" panose="020B0603020102020204"/>
              <a:ea typeface="+mn-ea"/>
              <a:cs typeface="+mn-cs"/>
            </a:rPr>
            <a:t>Connor Raque – </a:t>
          </a:r>
          <a:r>
            <a:rPr lang="en-US" sz="2000" b="1" baseline="0" dirty="0">
              <a:latin typeface="Franklin Gothic Demi Cond" panose="020B0706030402020204"/>
              <a:ea typeface="+mn-ea"/>
              <a:cs typeface="+mn-cs"/>
            </a:rPr>
            <a:t>None</a:t>
          </a:r>
        </a:p>
      </dgm:t>
    </dgm:pt>
    <dgm:pt modelId="{D1E94301-3270-44A7-BAA3-FB8323867ED3}" type="parTrans" cxnId="{99DE5B53-3158-4A89-B387-AD209C3E9D96}">
      <dgm:prSet/>
      <dgm:spPr/>
      <dgm:t>
        <a:bodyPr/>
        <a:lstStyle/>
        <a:p>
          <a:endParaRPr lang="en-US"/>
        </a:p>
      </dgm:t>
    </dgm:pt>
    <dgm:pt modelId="{0D683FBA-3A0F-4045-B92E-A93D82450B87}" type="sibTrans" cxnId="{99DE5B53-3158-4A89-B387-AD209C3E9D96}">
      <dgm:prSet/>
      <dgm:spPr/>
      <dgm:t>
        <a:bodyPr/>
        <a:lstStyle/>
        <a:p>
          <a:endParaRPr lang="en-US"/>
        </a:p>
      </dgm:t>
    </dgm:pt>
    <dgm:pt modelId="{21FD537B-64B1-480D-8097-9ED46EA0F852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2000" baseline="0" dirty="0">
              <a:latin typeface="Franklin Gothic Medium"/>
              <a:ea typeface="Calibri"/>
              <a:cs typeface="Calibri"/>
            </a:rPr>
            <a:t>Robert Wickliffe – Full Stack Dev</a:t>
          </a:r>
          <a:endParaRPr lang="en-US" sz="2000" baseline="0" dirty="0">
            <a:latin typeface="Franklin Gothic Medium"/>
            <a:ea typeface="+mn-ea"/>
            <a:cs typeface="+mn-cs"/>
          </a:endParaRPr>
        </a:p>
      </dgm:t>
    </dgm:pt>
    <dgm:pt modelId="{55232BC7-9D25-4340-8A46-DEB64294B476}" type="parTrans" cxnId="{16937194-3172-4521-9B96-E0AB75DC8CEE}">
      <dgm:prSet/>
      <dgm:spPr/>
    </dgm:pt>
    <dgm:pt modelId="{60A3A506-9D37-4933-8161-823955E3C611}" type="sibTrans" cxnId="{16937194-3172-4521-9B96-E0AB75DC8CEE}">
      <dgm:prSet/>
      <dgm:spPr/>
    </dgm:pt>
    <dgm:pt modelId="{665A7224-D66A-45F7-ADCF-B121A06EB3AB}" type="pres">
      <dgm:prSet presAssocID="{803F9C41-0B7C-46D5-A84A-51E688A3D60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938048F-8CE6-4E77-BA83-CC172148D889}" type="pres">
      <dgm:prSet presAssocID="{0D2E4E2E-25B5-4D4E-A9F7-956137CB4B16}" presName="hierRoot1" presStyleCnt="0"/>
      <dgm:spPr/>
    </dgm:pt>
    <dgm:pt modelId="{C5041EBF-9FE1-48AD-9135-E1F048DA3680}" type="pres">
      <dgm:prSet presAssocID="{0D2E4E2E-25B5-4D4E-A9F7-956137CB4B16}" presName="composite" presStyleCnt="0"/>
      <dgm:spPr/>
    </dgm:pt>
    <dgm:pt modelId="{8219765C-8A42-4132-A060-9C8C72D1E00A}" type="pres">
      <dgm:prSet presAssocID="{0D2E4E2E-25B5-4D4E-A9F7-956137CB4B16}" presName="background" presStyleLbl="node0" presStyleIdx="0" presStyleCnt="4"/>
      <dgm:spPr/>
    </dgm:pt>
    <dgm:pt modelId="{2E0DEFD8-165E-470D-9BD4-7E3610D974D9}" type="pres">
      <dgm:prSet presAssocID="{0D2E4E2E-25B5-4D4E-A9F7-956137CB4B16}" presName="text" presStyleLbl="fgAcc0" presStyleIdx="0" presStyleCnt="4">
        <dgm:presLayoutVars>
          <dgm:chPref val="3"/>
        </dgm:presLayoutVars>
      </dgm:prSet>
      <dgm:spPr/>
    </dgm:pt>
    <dgm:pt modelId="{D7676F09-C35C-47F9-8346-AE8B95B250BC}" type="pres">
      <dgm:prSet presAssocID="{0D2E4E2E-25B5-4D4E-A9F7-956137CB4B16}" presName="hierChild2" presStyleCnt="0"/>
      <dgm:spPr/>
    </dgm:pt>
    <dgm:pt modelId="{7E252FDA-8A84-4AF9-BF84-CD1F0B0F827D}" type="pres">
      <dgm:prSet presAssocID="{C4698E69-17CF-4858-B15F-B6028C352A2D}" presName="hierRoot1" presStyleCnt="0"/>
      <dgm:spPr/>
    </dgm:pt>
    <dgm:pt modelId="{29DCDA3F-2D81-41CE-9D8B-5B033FF65CBC}" type="pres">
      <dgm:prSet presAssocID="{C4698E69-17CF-4858-B15F-B6028C352A2D}" presName="composite" presStyleCnt="0"/>
      <dgm:spPr/>
    </dgm:pt>
    <dgm:pt modelId="{630871FA-6A53-44AE-B752-918DA73742AE}" type="pres">
      <dgm:prSet presAssocID="{C4698E69-17CF-4858-B15F-B6028C352A2D}" presName="background" presStyleLbl="node0" presStyleIdx="1" presStyleCnt="4"/>
      <dgm:spPr/>
    </dgm:pt>
    <dgm:pt modelId="{BA862F6B-170A-4E57-8233-5BE4F9905BCB}" type="pres">
      <dgm:prSet presAssocID="{C4698E69-17CF-4858-B15F-B6028C352A2D}" presName="text" presStyleLbl="fgAcc0" presStyleIdx="1" presStyleCnt="4">
        <dgm:presLayoutVars>
          <dgm:chPref val="3"/>
        </dgm:presLayoutVars>
      </dgm:prSet>
      <dgm:spPr/>
    </dgm:pt>
    <dgm:pt modelId="{9E47F350-F8C8-4D57-BF22-8177D1A23E1C}" type="pres">
      <dgm:prSet presAssocID="{C4698E69-17CF-4858-B15F-B6028C352A2D}" presName="hierChild2" presStyleCnt="0"/>
      <dgm:spPr/>
    </dgm:pt>
    <dgm:pt modelId="{9549A2D0-7975-4C25-BCA2-6AED093AEAA1}" type="pres">
      <dgm:prSet presAssocID="{21FD537B-64B1-480D-8097-9ED46EA0F852}" presName="hierRoot1" presStyleCnt="0"/>
      <dgm:spPr/>
    </dgm:pt>
    <dgm:pt modelId="{79A734A8-9E64-4892-B7DD-62DD6A1999FD}" type="pres">
      <dgm:prSet presAssocID="{21FD537B-64B1-480D-8097-9ED46EA0F852}" presName="composite" presStyleCnt="0"/>
      <dgm:spPr/>
    </dgm:pt>
    <dgm:pt modelId="{23DBA986-D6A4-459F-927C-6C8164FF1B1C}" type="pres">
      <dgm:prSet presAssocID="{21FD537B-64B1-480D-8097-9ED46EA0F852}" presName="background" presStyleLbl="node0" presStyleIdx="2" presStyleCnt="4"/>
      <dgm:spPr/>
    </dgm:pt>
    <dgm:pt modelId="{3B264F07-3314-4445-BE95-79F6325640B9}" type="pres">
      <dgm:prSet presAssocID="{21FD537B-64B1-480D-8097-9ED46EA0F852}" presName="text" presStyleLbl="fgAcc0" presStyleIdx="2" presStyleCnt="4">
        <dgm:presLayoutVars>
          <dgm:chPref val="3"/>
        </dgm:presLayoutVars>
      </dgm:prSet>
      <dgm:spPr/>
    </dgm:pt>
    <dgm:pt modelId="{297E22DE-B0A9-44D6-A316-A6B304F62F28}" type="pres">
      <dgm:prSet presAssocID="{21FD537B-64B1-480D-8097-9ED46EA0F852}" presName="hierChild2" presStyleCnt="0"/>
      <dgm:spPr/>
    </dgm:pt>
    <dgm:pt modelId="{D8B4281E-F199-4868-8408-9067B2DECB4E}" type="pres">
      <dgm:prSet presAssocID="{6C30B1F0-A681-4A70-A6F8-00657A10747A}" presName="hierRoot1" presStyleCnt="0"/>
      <dgm:spPr/>
    </dgm:pt>
    <dgm:pt modelId="{A8564459-9EFC-4DB4-905A-6C492AEB54EB}" type="pres">
      <dgm:prSet presAssocID="{6C30B1F0-A681-4A70-A6F8-00657A10747A}" presName="composite" presStyleCnt="0"/>
      <dgm:spPr/>
    </dgm:pt>
    <dgm:pt modelId="{0C161332-3E82-4DD7-B9E2-603B911773F0}" type="pres">
      <dgm:prSet presAssocID="{6C30B1F0-A681-4A70-A6F8-00657A10747A}" presName="background" presStyleLbl="node0" presStyleIdx="3" presStyleCnt="4"/>
      <dgm:spPr/>
    </dgm:pt>
    <dgm:pt modelId="{49D4FDDE-A372-454F-B0A1-04381E09C6CE}" type="pres">
      <dgm:prSet presAssocID="{6C30B1F0-A681-4A70-A6F8-00657A10747A}" presName="text" presStyleLbl="fgAcc0" presStyleIdx="3" presStyleCnt="4">
        <dgm:presLayoutVars>
          <dgm:chPref val="3"/>
        </dgm:presLayoutVars>
      </dgm:prSet>
      <dgm:spPr/>
    </dgm:pt>
    <dgm:pt modelId="{0EAD1C06-B919-4B8C-BBC3-597B1E8C1383}" type="pres">
      <dgm:prSet presAssocID="{6C30B1F0-A681-4A70-A6F8-00657A10747A}" presName="hierChild2" presStyleCnt="0"/>
      <dgm:spPr/>
    </dgm:pt>
  </dgm:ptLst>
  <dgm:cxnLst>
    <dgm:cxn modelId="{3B399211-8AB1-4658-AF00-8F8667C815DB}" srcId="{803F9C41-0B7C-46D5-A84A-51E688A3D601}" destId="{C4698E69-17CF-4858-B15F-B6028C352A2D}" srcOrd="1" destOrd="0" parTransId="{113C0813-F207-4909-ADB5-AD4CDD65DCD4}" sibTransId="{12E58754-C7A1-4407-8554-5FD1270AEEF3}"/>
    <dgm:cxn modelId="{1B69592C-B706-4F02-9FD2-8C7E3BB48CB4}" srcId="{803F9C41-0B7C-46D5-A84A-51E688A3D601}" destId="{0D2E4E2E-25B5-4D4E-A9F7-956137CB4B16}" srcOrd="0" destOrd="0" parTransId="{7B80C90D-AC2E-4BFD-8489-32E96BCEB3E8}" sibTransId="{E0610B52-3D9F-436A-809A-6B74703EEE32}"/>
    <dgm:cxn modelId="{E528816A-BC48-4C51-A874-B29F393F83E1}" type="presOf" srcId="{C4698E69-17CF-4858-B15F-B6028C352A2D}" destId="{BA862F6B-170A-4E57-8233-5BE4F9905BCB}" srcOrd="0" destOrd="0" presId="urn:microsoft.com/office/officeart/2005/8/layout/hierarchy1"/>
    <dgm:cxn modelId="{271CBC4B-81C9-4BAE-A558-76C49AAA23D6}" type="presOf" srcId="{803F9C41-0B7C-46D5-A84A-51E688A3D601}" destId="{665A7224-D66A-45F7-ADCF-B121A06EB3AB}" srcOrd="0" destOrd="0" presId="urn:microsoft.com/office/officeart/2005/8/layout/hierarchy1"/>
    <dgm:cxn modelId="{35FFA970-E9CB-43AA-8833-FE9594640E58}" type="presOf" srcId="{0D2E4E2E-25B5-4D4E-A9F7-956137CB4B16}" destId="{2E0DEFD8-165E-470D-9BD4-7E3610D974D9}" srcOrd="0" destOrd="0" presId="urn:microsoft.com/office/officeart/2005/8/layout/hierarchy1"/>
    <dgm:cxn modelId="{34C13353-A7E8-4F7B-947F-1DB14830948A}" type="presOf" srcId="{6C30B1F0-A681-4A70-A6F8-00657A10747A}" destId="{49D4FDDE-A372-454F-B0A1-04381E09C6CE}" srcOrd="0" destOrd="0" presId="urn:microsoft.com/office/officeart/2005/8/layout/hierarchy1"/>
    <dgm:cxn modelId="{99DE5B53-3158-4A89-B387-AD209C3E9D96}" srcId="{803F9C41-0B7C-46D5-A84A-51E688A3D601}" destId="{6C30B1F0-A681-4A70-A6F8-00657A10747A}" srcOrd="3" destOrd="0" parTransId="{D1E94301-3270-44A7-BAA3-FB8323867ED3}" sibTransId="{0D683FBA-3A0F-4045-B92E-A93D82450B87}"/>
    <dgm:cxn modelId="{405E497E-61E3-4FB8-A2A1-2FE842274476}" type="presOf" srcId="{21FD537B-64B1-480D-8097-9ED46EA0F852}" destId="{3B264F07-3314-4445-BE95-79F6325640B9}" srcOrd="0" destOrd="0" presId="urn:microsoft.com/office/officeart/2005/8/layout/hierarchy1"/>
    <dgm:cxn modelId="{16937194-3172-4521-9B96-E0AB75DC8CEE}" srcId="{803F9C41-0B7C-46D5-A84A-51E688A3D601}" destId="{21FD537B-64B1-480D-8097-9ED46EA0F852}" srcOrd="2" destOrd="0" parTransId="{55232BC7-9D25-4340-8A46-DEB64294B476}" sibTransId="{60A3A506-9D37-4933-8161-823955E3C611}"/>
    <dgm:cxn modelId="{F2F3D770-6810-4FF0-B763-89EF7168837B}" type="presParOf" srcId="{665A7224-D66A-45F7-ADCF-B121A06EB3AB}" destId="{8938048F-8CE6-4E77-BA83-CC172148D889}" srcOrd="0" destOrd="0" presId="urn:microsoft.com/office/officeart/2005/8/layout/hierarchy1"/>
    <dgm:cxn modelId="{D41C4AD5-4E7F-4511-A426-DBB94351BE4D}" type="presParOf" srcId="{8938048F-8CE6-4E77-BA83-CC172148D889}" destId="{C5041EBF-9FE1-48AD-9135-E1F048DA3680}" srcOrd="0" destOrd="0" presId="urn:microsoft.com/office/officeart/2005/8/layout/hierarchy1"/>
    <dgm:cxn modelId="{7488CCA9-5523-455E-8E64-894A8FC987D2}" type="presParOf" srcId="{C5041EBF-9FE1-48AD-9135-E1F048DA3680}" destId="{8219765C-8A42-4132-A060-9C8C72D1E00A}" srcOrd="0" destOrd="0" presId="urn:microsoft.com/office/officeart/2005/8/layout/hierarchy1"/>
    <dgm:cxn modelId="{90198C37-4AD6-47D3-9714-702E490D16F4}" type="presParOf" srcId="{C5041EBF-9FE1-48AD-9135-E1F048DA3680}" destId="{2E0DEFD8-165E-470D-9BD4-7E3610D974D9}" srcOrd="1" destOrd="0" presId="urn:microsoft.com/office/officeart/2005/8/layout/hierarchy1"/>
    <dgm:cxn modelId="{75B81038-AAA6-4124-84B0-765AB1CF2888}" type="presParOf" srcId="{8938048F-8CE6-4E77-BA83-CC172148D889}" destId="{D7676F09-C35C-47F9-8346-AE8B95B250BC}" srcOrd="1" destOrd="0" presId="urn:microsoft.com/office/officeart/2005/8/layout/hierarchy1"/>
    <dgm:cxn modelId="{BCBA8063-BE3F-499E-B888-6B6F8960D457}" type="presParOf" srcId="{665A7224-D66A-45F7-ADCF-B121A06EB3AB}" destId="{7E252FDA-8A84-4AF9-BF84-CD1F0B0F827D}" srcOrd="1" destOrd="0" presId="urn:microsoft.com/office/officeart/2005/8/layout/hierarchy1"/>
    <dgm:cxn modelId="{E7BD3284-82BA-4CC0-9FF6-208D93F8C7E8}" type="presParOf" srcId="{7E252FDA-8A84-4AF9-BF84-CD1F0B0F827D}" destId="{29DCDA3F-2D81-41CE-9D8B-5B033FF65CBC}" srcOrd="0" destOrd="0" presId="urn:microsoft.com/office/officeart/2005/8/layout/hierarchy1"/>
    <dgm:cxn modelId="{F63B4D91-4624-4E3C-9614-5DEF709BD963}" type="presParOf" srcId="{29DCDA3F-2D81-41CE-9D8B-5B033FF65CBC}" destId="{630871FA-6A53-44AE-B752-918DA73742AE}" srcOrd="0" destOrd="0" presId="urn:microsoft.com/office/officeart/2005/8/layout/hierarchy1"/>
    <dgm:cxn modelId="{BE496B20-DC5A-449A-9FA3-13AD3D2E2739}" type="presParOf" srcId="{29DCDA3F-2D81-41CE-9D8B-5B033FF65CBC}" destId="{BA862F6B-170A-4E57-8233-5BE4F9905BCB}" srcOrd="1" destOrd="0" presId="urn:microsoft.com/office/officeart/2005/8/layout/hierarchy1"/>
    <dgm:cxn modelId="{66F31631-ED58-4BC2-B08B-029E68AC27AF}" type="presParOf" srcId="{7E252FDA-8A84-4AF9-BF84-CD1F0B0F827D}" destId="{9E47F350-F8C8-4D57-BF22-8177D1A23E1C}" srcOrd="1" destOrd="0" presId="urn:microsoft.com/office/officeart/2005/8/layout/hierarchy1"/>
    <dgm:cxn modelId="{82B052C1-F953-46E5-91EE-3D8C4A27D7FA}" type="presParOf" srcId="{665A7224-D66A-45F7-ADCF-B121A06EB3AB}" destId="{9549A2D0-7975-4C25-BCA2-6AED093AEAA1}" srcOrd="2" destOrd="0" presId="urn:microsoft.com/office/officeart/2005/8/layout/hierarchy1"/>
    <dgm:cxn modelId="{EE35AB8F-E97F-4DD6-85DD-15B2C5DDE20F}" type="presParOf" srcId="{9549A2D0-7975-4C25-BCA2-6AED093AEAA1}" destId="{79A734A8-9E64-4892-B7DD-62DD6A1999FD}" srcOrd="0" destOrd="0" presId="urn:microsoft.com/office/officeart/2005/8/layout/hierarchy1"/>
    <dgm:cxn modelId="{A67CA752-92D7-4F03-8C4B-FAE8F223C506}" type="presParOf" srcId="{79A734A8-9E64-4892-B7DD-62DD6A1999FD}" destId="{23DBA986-D6A4-459F-927C-6C8164FF1B1C}" srcOrd="0" destOrd="0" presId="urn:microsoft.com/office/officeart/2005/8/layout/hierarchy1"/>
    <dgm:cxn modelId="{743CE299-C431-4ED0-9FE8-0C4A5B776E37}" type="presParOf" srcId="{79A734A8-9E64-4892-B7DD-62DD6A1999FD}" destId="{3B264F07-3314-4445-BE95-79F6325640B9}" srcOrd="1" destOrd="0" presId="urn:microsoft.com/office/officeart/2005/8/layout/hierarchy1"/>
    <dgm:cxn modelId="{7E473135-931C-4213-BC01-33B40A55E7BD}" type="presParOf" srcId="{9549A2D0-7975-4C25-BCA2-6AED093AEAA1}" destId="{297E22DE-B0A9-44D6-A316-A6B304F62F28}" srcOrd="1" destOrd="0" presId="urn:microsoft.com/office/officeart/2005/8/layout/hierarchy1"/>
    <dgm:cxn modelId="{9A4E6487-DF15-4D78-9D16-561761E2ED1A}" type="presParOf" srcId="{665A7224-D66A-45F7-ADCF-B121A06EB3AB}" destId="{D8B4281E-F199-4868-8408-9067B2DECB4E}" srcOrd="3" destOrd="0" presId="urn:microsoft.com/office/officeart/2005/8/layout/hierarchy1"/>
    <dgm:cxn modelId="{4D4C8B9A-0C50-463E-BBBC-1640E54B1190}" type="presParOf" srcId="{D8B4281E-F199-4868-8408-9067B2DECB4E}" destId="{A8564459-9EFC-4DB4-905A-6C492AEB54EB}" srcOrd="0" destOrd="0" presId="urn:microsoft.com/office/officeart/2005/8/layout/hierarchy1"/>
    <dgm:cxn modelId="{6056CCCE-B8ED-4B8F-B8B7-9FAB2AFD81B4}" type="presParOf" srcId="{A8564459-9EFC-4DB4-905A-6C492AEB54EB}" destId="{0C161332-3E82-4DD7-B9E2-603B911773F0}" srcOrd="0" destOrd="0" presId="urn:microsoft.com/office/officeart/2005/8/layout/hierarchy1"/>
    <dgm:cxn modelId="{1A27AE5E-001A-4A66-87D1-3EE8882A58AB}" type="presParOf" srcId="{A8564459-9EFC-4DB4-905A-6C492AEB54EB}" destId="{49D4FDDE-A372-454F-B0A1-04381E09C6CE}" srcOrd="1" destOrd="0" presId="urn:microsoft.com/office/officeart/2005/8/layout/hierarchy1"/>
    <dgm:cxn modelId="{1E0E0CA5-2B45-43EF-858B-D1B68ED18AAC}" type="presParOf" srcId="{D8B4281E-F199-4868-8408-9067B2DECB4E}" destId="{0EAD1C06-B919-4B8C-BBC3-597B1E8C138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49C0A7-A6E2-4EE2-B1A9-229C03367C68}">
      <dsp:nvSpPr>
        <dsp:cNvPr id="0" name=""/>
        <dsp:cNvSpPr/>
      </dsp:nvSpPr>
      <dsp:spPr>
        <a:xfrm>
          <a:off x="0" y="0"/>
          <a:ext cx="6045644" cy="1146782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We're improving the food truck ordering flow by letting users build their meal, send it as a ticket with an order number, and have it pop up on the employee side for quick fulfillment.</a:t>
          </a:r>
        </a:p>
      </dsp:txBody>
      <dsp:txXfrm>
        <a:off x="55981" y="55981"/>
        <a:ext cx="5933682" cy="1034820"/>
      </dsp:txXfrm>
    </dsp:sp>
    <dsp:sp modelId="{F10AEA2B-C6FF-4E43-8E24-6DCBCE0CC211}">
      <dsp:nvSpPr>
        <dsp:cNvPr id="0" name=""/>
        <dsp:cNvSpPr/>
      </dsp:nvSpPr>
      <dsp:spPr>
        <a:xfrm>
          <a:off x="0" y="1223404"/>
          <a:ext cx="6045644" cy="1146782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We're using HTML for the frontend interface and C++ for backend functionality, based on the team's familiarity and strengths with each language.</a:t>
          </a:r>
        </a:p>
      </dsp:txBody>
      <dsp:txXfrm>
        <a:off x="55981" y="1279385"/>
        <a:ext cx="5933682" cy="1034820"/>
      </dsp:txXfrm>
    </dsp:sp>
    <dsp:sp modelId="{0CFA5396-F637-4181-8100-185DE4BCFB54}">
      <dsp:nvSpPr>
        <dsp:cNvPr id="0" name=""/>
        <dsp:cNvSpPr/>
      </dsp:nvSpPr>
      <dsp:spPr>
        <a:xfrm>
          <a:off x="0" y="2419147"/>
          <a:ext cx="6045644" cy="1146782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Our implementation bridges frontend and backend through a lightweight workflow, showcasing how simple tools can solve real-world problems when paired with thoughtful design and team collaboration.</a:t>
          </a:r>
        </a:p>
      </dsp:txBody>
      <dsp:txXfrm>
        <a:off x="55981" y="2475128"/>
        <a:ext cx="5933682" cy="10348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CC082F-E1FB-48C9-AFDA-42F22D60F6F8}">
      <dsp:nvSpPr>
        <dsp:cNvPr id="0" name=""/>
        <dsp:cNvSpPr/>
      </dsp:nvSpPr>
      <dsp:spPr>
        <a:xfrm>
          <a:off x="0" y="49985"/>
          <a:ext cx="10268712" cy="638820"/>
        </a:xfrm>
        <a:prstGeom prst="roundRect">
          <a:avLst/>
        </a:prstGeom>
        <a:gradFill rotWithShape="0">
          <a:gsLst>
            <a:gs pos="0">
              <a:schemeClr val="accent4">
                <a:alpha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alpha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alpha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>
              <a:latin typeface="Franklin Gothic Medium"/>
              <a:ea typeface="+mn-ea"/>
              <a:cs typeface="+mn-cs"/>
            </a:rPr>
            <a:t>FR1 – Website Form Submission</a:t>
          </a:r>
        </a:p>
      </dsp:txBody>
      <dsp:txXfrm>
        <a:off x="31185" y="81170"/>
        <a:ext cx="10206342" cy="576450"/>
      </dsp:txXfrm>
    </dsp:sp>
    <dsp:sp modelId="{E5EEA571-19A4-4243-ADE7-98DFEE8FE663}">
      <dsp:nvSpPr>
        <dsp:cNvPr id="0" name=""/>
        <dsp:cNvSpPr/>
      </dsp:nvSpPr>
      <dsp:spPr>
        <a:xfrm>
          <a:off x="0" y="763686"/>
          <a:ext cx="10268712" cy="638820"/>
        </a:xfrm>
        <a:prstGeom prst="roundRect">
          <a:avLst/>
        </a:prstGeom>
        <a:gradFill rotWithShape="0">
          <a:gsLst>
            <a:gs pos="0">
              <a:schemeClr val="accent4">
                <a:alpha val="90000"/>
                <a:hueOff val="0"/>
                <a:satOff val="0"/>
                <a:lumOff val="0"/>
                <a:alphaOff val="-10000"/>
                <a:satMod val="103000"/>
                <a:lumMod val="102000"/>
                <a:tint val="94000"/>
              </a:schemeClr>
            </a:gs>
            <a:gs pos="50000">
              <a:schemeClr val="accent4">
                <a:alpha val="90000"/>
                <a:hueOff val="0"/>
                <a:satOff val="0"/>
                <a:lumOff val="0"/>
                <a:alphaOff val="-10000"/>
                <a:satMod val="110000"/>
                <a:lumMod val="100000"/>
                <a:shade val="100000"/>
              </a:schemeClr>
            </a:gs>
            <a:gs pos="100000">
              <a:schemeClr val="accent4">
                <a:alpha val="90000"/>
                <a:hueOff val="0"/>
                <a:satOff val="0"/>
                <a:lumOff val="0"/>
                <a:alphaOff val="-1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>
              <a:latin typeface="Franklin Gothic Medium"/>
              <a:ea typeface="+mn-ea"/>
              <a:cs typeface="+mn-cs"/>
            </a:rPr>
            <a:t>FR2 – Submission Handling in Backend</a:t>
          </a:r>
        </a:p>
      </dsp:txBody>
      <dsp:txXfrm>
        <a:off x="31185" y="794871"/>
        <a:ext cx="10206342" cy="576450"/>
      </dsp:txXfrm>
    </dsp:sp>
    <dsp:sp modelId="{5D87EC1C-9A91-4173-9658-C3534351533E}">
      <dsp:nvSpPr>
        <dsp:cNvPr id="0" name=""/>
        <dsp:cNvSpPr/>
      </dsp:nvSpPr>
      <dsp:spPr>
        <a:xfrm>
          <a:off x="0" y="1477386"/>
          <a:ext cx="10268712" cy="638820"/>
        </a:xfrm>
        <a:prstGeom prst="roundRect">
          <a:avLst/>
        </a:prstGeom>
        <a:gradFill rotWithShape="0">
          <a:gsLst>
            <a:gs pos="0">
              <a:schemeClr val="accent4">
                <a:alpha val="90000"/>
                <a:hueOff val="0"/>
                <a:satOff val="0"/>
                <a:lumOff val="0"/>
                <a:alphaOff val="-20000"/>
                <a:satMod val="103000"/>
                <a:lumMod val="102000"/>
                <a:tint val="94000"/>
              </a:schemeClr>
            </a:gs>
            <a:gs pos="50000">
              <a:schemeClr val="accent4">
                <a:alpha val="90000"/>
                <a:hueOff val="0"/>
                <a:satOff val="0"/>
                <a:lumOff val="0"/>
                <a:alphaOff val="-20000"/>
                <a:satMod val="110000"/>
                <a:lumMod val="100000"/>
                <a:shade val="100000"/>
              </a:schemeClr>
            </a:gs>
            <a:gs pos="100000">
              <a:schemeClr val="accent4">
                <a:alpha val="90000"/>
                <a:hueOff val="0"/>
                <a:satOff val="0"/>
                <a:lumOff val="0"/>
                <a:alphaOff val="-2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>
              <a:latin typeface="Franklin Gothic Medium"/>
              <a:ea typeface="+mn-ea"/>
              <a:cs typeface="+mn-cs"/>
            </a:rPr>
            <a:t>FR5 – Live Order Queue</a:t>
          </a:r>
        </a:p>
      </dsp:txBody>
      <dsp:txXfrm>
        <a:off x="31185" y="1508571"/>
        <a:ext cx="10206342" cy="576450"/>
      </dsp:txXfrm>
    </dsp:sp>
    <dsp:sp modelId="{C9D4DDA9-FD68-45FE-9BD5-6F5EC19D2CD6}">
      <dsp:nvSpPr>
        <dsp:cNvPr id="0" name=""/>
        <dsp:cNvSpPr/>
      </dsp:nvSpPr>
      <dsp:spPr>
        <a:xfrm>
          <a:off x="0" y="2189616"/>
          <a:ext cx="10268712" cy="638820"/>
        </a:xfrm>
        <a:prstGeom prst="roundRect">
          <a:avLst/>
        </a:prstGeom>
        <a:gradFill rotWithShape="0">
          <a:gsLst>
            <a:gs pos="0">
              <a:schemeClr val="accent4">
                <a:alpha val="90000"/>
                <a:hueOff val="0"/>
                <a:satOff val="0"/>
                <a:lumOff val="0"/>
                <a:alphaOff val="-30000"/>
                <a:satMod val="103000"/>
                <a:lumMod val="102000"/>
                <a:tint val="94000"/>
              </a:schemeClr>
            </a:gs>
            <a:gs pos="50000">
              <a:schemeClr val="accent4">
                <a:alpha val="90000"/>
                <a:hueOff val="0"/>
                <a:satOff val="0"/>
                <a:lumOff val="0"/>
                <a:alphaOff val="-30000"/>
                <a:satMod val="110000"/>
                <a:lumMod val="100000"/>
                <a:shade val="100000"/>
              </a:schemeClr>
            </a:gs>
            <a:gs pos="100000">
              <a:schemeClr val="accent4">
                <a:alpha val="90000"/>
                <a:hueOff val="0"/>
                <a:satOff val="0"/>
                <a:lumOff val="0"/>
                <a:alphaOff val="-3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>
              <a:latin typeface="Franklin Gothic Medium"/>
              <a:ea typeface="+mn-ea"/>
              <a:cs typeface="+mn-cs"/>
            </a:rPr>
            <a:t>NFR3 – Cart list</a:t>
          </a:r>
        </a:p>
      </dsp:txBody>
      <dsp:txXfrm>
        <a:off x="31185" y="2220801"/>
        <a:ext cx="10206342" cy="576450"/>
      </dsp:txXfrm>
    </dsp:sp>
    <dsp:sp modelId="{A7B8E7AC-01F1-40FB-B4D2-C5CCA45FB86B}">
      <dsp:nvSpPr>
        <dsp:cNvPr id="0" name=""/>
        <dsp:cNvSpPr/>
      </dsp:nvSpPr>
      <dsp:spPr>
        <a:xfrm>
          <a:off x="0" y="2904786"/>
          <a:ext cx="10268712" cy="638820"/>
        </a:xfrm>
        <a:prstGeom prst="roundRect">
          <a:avLst/>
        </a:prstGeom>
        <a:gradFill rotWithShape="0">
          <a:gsLst>
            <a:gs pos="0">
              <a:schemeClr val="accent4">
                <a:alpha val="90000"/>
                <a:hueOff val="0"/>
                <a:satOff val="0"/>
                <a:lumOff val="0"/>
                <a:alphaOff val="-40000"/>
                <a:satMod val="103000"/>
                <a:lumMod val="102000"/>
                <a:tint val="94000"/>
              </a:schemeClr>
            </a:gs>
            <a:gs pos="50000">
              <a:schemeClr val="accent4">
                <a:alpha val="90000"/>
                <a:hueOff val="0"/>
                <a:satOff val="0"/>
                <a:lumOff val="0"/>
                <a:alphaOff val="-40000"/>
                <a:satMod val="110000"/>
                <a:lumMod val="100000"/>
                <a:shade val="100000"/>
              </a:schemeClr>
            </a:gs>
            <a:gs pos="100000">
              <a:schemeClr val="accent4">
                <a:alpha val="90000"/>
                <a:hueOff val="0"/>
                <a:satOff val="0"/>
                <a:lumOff val="0"/>
                <a:alphaOff val="-4000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>
              <a:latin typeface="Franklin Gothic Medium"/>
              <a:ea typeface="+mn-ea"/>
              <a:cs typeface="+mn-cs"/>
            </a:rPr>
            <a:t>NFR4 – Order Confirmation</a:t>
          </a:r>
        </a:p>
      </dsp:txBody>
      <dsp:txXfrm>
        <a:off x="31185" y="2935971"/>
        <a:ext cx="10206342" cy="5764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F0E8D2-3A4F-4FB6-90EA-44AA3E138682}">
      <dsp:nvSpPr>
        <dsp:cNvPr id="0" name=""/>
        <dsp:cNvSpPr/>
      </dsp:nvSpPr>
      <dsp:spPr>
        <a:xfrm>
          <a:off x="295304" y="901366"/>
          <a:ext cx="910353" cy="91035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D12395-4D4F-4497-B1BF-7F75D6B405CE}">
      <dsp:nvSpPr>
        <dsp:cNvPr id="0" name=""/>
        <dsp:cNvSpPr/>
      </dsp:nvSpPr>
      <dsp:spPr>
        <a:xfrm>
          <a:off x="489314" y="1095376"/>
          <a:ext cx="522333" cy="52233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9237AF-8F93-4162-90A9-837CDC6F1D77}">
      <dsp:nvSpPr>
        <dsp:cNvPr id="0" name=""/>
        <dsp:cNvSpPr/>
      </dsp:nvSpPr>
      <dsp:spPr>
        <a:xfrm>
          <a:off x="4290" y="2095272"/>
          <a:ext cx="1492382" cy="596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>
              <a:latin typeface="Franklin Gothic Demi Cond" panose="020B0706030402020204"/>
            </a:rPr>
            <a:t>Assign work</a:t>
          </a:r>
          <a:r>
            <a:rPr lang="en-US" sz="1300" kern="1200" dirty="0"/>
            <a:t> </a:t>
          </a:r>
          <a:r>
            <a:rPr lang="en-US" sz="1300" kern="1200" dirty="0">
              <a:latin typeface="Franklin Gothic Demi Cond" panose="020B0706030402020204"/>
            </a:rPr>
            <a:t>to team</a:t>
          </a:r>
          <a:endParaRPr lang="en-US" sz="1300" kern="1200" dirty="0"/>
        </a:p>
      </dsp:txBody>
      <dsp:txXfrm>
        <a:off x="4290" y="2095272"/>
        <a:ext cx="1492382" cy="596953"/>
      </dsp:txXfrm>
    </dsp:sp>
    <dsp:sp modelId="{2199512C-9481-4265-A51B-DEF09C9AA6CA}">
      <dsp:nvSpPr>
        <dsp:cNvPr id="0" name=""/>
        <dsp:cNvSpPr/>
      </dsp:nvSpPr>
      <dsp:spPr>
        <a:xfrm>
          <a:off x="2048854" y="901366"/>
          <a:ext cx="910353" cy="91035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76FB5-BB79-4D3F-9A00-F983A0240177}">
      <dsp:nvSpPr>
        <dsp:cNvPr id="0" name=""/>
        <dsp:cNvSpPr/>
      </dsp:nvSpPr>
      <dsp:spPr>
        <a:xfrm>
          <a:off x="2242864" y="1095376"/>
          <a:ext cx="522333" cy="52233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EC801F-17E0-45EC-9EED-554288A90AD2}">
      <dsp:nvSpPr>
        <dsp:cNvPr id="0" name=""/>
        <dsp:cNvSpPr/>
      </dsp:nvSpPr>
      <dsp:spPr>
        <a:xfrm>
          <a:off x="1757839" y="2095272"/>
          <a:ext cx="1492382" cy="596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Design WebApp UI</a:t>
          </a:r>
        </a:p>
      </dsp:txBody>
      <dsp:txXfrm>
        <a:off x="1757839" y="2095272"/>
        <a:ext cx="1492382" cy="596953"/>
      </dsp:txXfrm>
    </dsp:sp>
    <dsp:sp modelId="{7544C825-D110-439C-8147-9FC4F24B91CB}">
      <dsp:nvSpPr>
        <dsp:cNvPr id="0" name=""/>
        <dsp:cNvSpPr/>
      </dsp:nvSpPr>
      <dsp:spPr>
        <a:xfrm>
          <a:off x="3802404" y="901366"/>
          <a:ext cx="910353" cy="91035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AB4C37-0F48-40DE-B4E5-15F1A757B1D9}">
      <dsp:nvSpPr>
        <dsp:cNvPr id="0" name=""/>
        <dsp:cNvSpPr/>
      </dsp:nvSpPr>
      <dsp:spPr>
        <a:xfrm>
          <a:off x="3996414" y="1095376"/>
          <a:ext cx="522333" cy="52233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C1714C-259E-43D5-A591-6A88C5B3A703}">
      <dsp:nvSpPr>
        <dsp:cNvPr id="0" name=""/>
        <dsp:cNvSpPr/>
      </dsp:nvSpPr>
      <dsp:spPr>
        <a:xfrm>
          <a:off x="3511389" y="2095272"/>
          <a:ext cx="1492382" cy="596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Develop the backend order handling</a:t>
          </a:r>
        </a:p>
      </dsp:txBody>
      <dsp:txXfrm>
        <a:off x="3511389" y="2095272"/>
        <a:ext cx="1492382" cy="596953"/>
      </dsp:txXfrm>
    </dsp:sp>
    <dsp:sp modelId="{444F2226-8A6A-4B33-B2CC-3AB3332BA9EE}">
      <dsp:nvSpPr>
        <dsp:cNvPr id="0" name=""/>
        <dsp:cNvSpPr/>
      </dsp:nvSpPr>
      <dsp:spPr>
        <a:xfrm>
          <a:off x="5555954" y="901366"/>
          <a:ext cx="910353" cy="91035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EAD293-F567-4259-97F0-C5F163AFFF71}">
      <dsp:nvSpPr>
        <dsp:cNvPr id="0" name=""/>
        <dsp:cNvSpPr/>
      </dsp:nvSpPr>
      <dsp:spPr>
        <a:xfrm>
          <a:off x="5749963" y="1095376"/>
          <a:ext cx="522333" cy="52233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95937A-E727-40FB-8FC1-5B120A949A13}">
      <dsp:nvSpPr>
        <dsp:cNvPr id="0" name=""/>
        <dsp:cNvSpPr/>
      </dsp:nvSpPr>
      <dsp:spPr>
        <a:xfrm>
          <a:off x="5264939" y="2095272"/>
          <a:ext cx="1492382" cy="596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Ensure Client Requests Reach Backend</a:t>
          </a:r>
        </a:p>
      </dsp:txBody>
      <dsp:txXfrm>
        <a:off x="5264939" y="2095272"/>
        <a:ext cx="1492382" cy="596953"/>
      </dsp:txXfrm>
    </dsp:sp>
    <dsp:sp modelId="{F2BAFC03-EEBF-4ED2-A6A3-9C391EA8DCD6}">
      <dsp:nvSpPr>
        <dsp:cNvPr id="0" name=""/>
        <dsp:cNvSpPr/>
      </dsp:nvSpPr>
      <dsp:spPr>
        <a:xfrm>
          <a:off x="7309503" y="901366"/>
          <a:ext cx="910353" cy="91035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02C9EB-0E6C-4FEA-BDF7-AC4DA681CA7F}">
      <dsp:nvSpPr>
        <dsp:cNvPr id="0" name=""/>
        <dsp:cNvSpPr/>
      </dsp:nvSpPr>
      <dsp:spPr>
        <a:xfrm>
          <a:off x="7503513" y="1095376"/>
          <a:ext cx="522333" cy="52233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A7FA3C-AAC3-483C-8CB1-B8DBE776E72F}">
      <dsp:nvSpPr>
        <dsp:cNvPr id="0" name=""/>
        <dsp:cNvSpPr/>
      </dsp:nvSpPr>
      <dsp:spPr>
        <a:xfrm>
          <a:off x="7018489" y="2095272"/>
          <a:ext cx="1492382" cy="596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Testing and bug-fixing</a:t>
          </a:r>
        </a:p>
      </dsp:txBody>
      <dsp:txXfrm>
        <a:off x="7018489" y="2095272"/>
        <a:ext cx="1492382" cy="596953"/>
      </dsp:txXfrm>
    </dsp:sp>
    <dsp:sp modelId="{01C3D0EB-2B06-4A6B-9E68-F4E0A9DBA03D}">
      <dsp:nvSpPr>
        <dsp:cNvPr id="0" name=""/>
        <dsp:cNvSpPr/>
      </dsp:nvSpPr>
      <dsp:spPr>
        <a:xfrm>
          <a:off x="9063053" y="901366"/>
          <a:ext cx="910353" cy="91035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55E520-29AF-4D58-8EA9-A4A3D6939996}">
      <dsp:nvSpPr>
        <dsp:cNvPr id="0" name=""/>
        <dsp:cNvSpPr/>
      </dsp:nvSpPr>
      <dsp:spPr>
        <a:xfrm>
          <a:off x="9257063" y="1095376"/>
          <a:ext cx="522333" cy="522333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F2A55C-EBD0-47B2-874A-5268498F0864}">
      <dsp:nvSpPr>
        <dsp:cNvPr id="0" name=""/>
        <dsp:cNvSpPr/>
      </dsp:nvSpPr>
      <dsp:spPr>
        <a:xfrm>
          <a:off x="8772039" y="2095272"/>
          <a:ext cx="1492382" cy="5969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 dirty="0"/>
            <a:t>Release</a:t>
          </a:r>
        </a:p>
      </dsp:txBody>
      <dsp:txXfrm>
        <a:off x="8772039" y="2095272"/>
        <a:ext cx="1492382" cy="59695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19765C-8A42-4132-A060-9C8C72D1E00A}">
      <dsp:nvSpPr>
        <dsp:cNvPr id="0" name=""/>
        <dsp:cNvSpPr/>
      </dsp:nvSpPr>
      <dsp:spPr>
        <a:xfrm>
          <a:off x="3491" y="1149482"/>
          <a:ext cx="2492713" cy="158287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2E0DEFD8-165E-470D-9BD4-7E3610D974D9}">
      <dsp:nvSpPr>
        <dsp:cNvPr id="0" name=""/>
        <dsp:cNvSpPr/>
      </dsp:nvSpPr>
      <dsp:spPr>
        <a:xfrm>
          <a:off x="280459" y="1412601"/>
          <a:ext cx="2492713" cy="15828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baseline="0" dirty="0">
              <a:latin typeface="Franklin Gothic Medium" panose="020B0603020102020204"/>
              <a:ea typeface="+mn-ea"/>
              <a:cs typeface="+mn-cs"/>
            </a:rPr>
            <a:t>Sean Staley – Project Manager / Frontend Engineer</a:t>
          </a:r>
          <a:endParaRPr lang="en-US" sz="2300" kern="1200" dirty="0">
            <a:latin typeface="Franklin Gothic Medium" panose="020B0603020102020204"/>
            <a:ea typeface="+mn-ea"/>
            <a:cs typeface="+mn-cs"/>
          </a:endParaRPr>
        </a:p>
      </dsp:txBody>
      <dsp:txXfrm>
        <a:off x="326820" y="1458962"/>
        <a:ext cx="2399991" cy="1490151"/>
      </dsp:txXfrm>
    </dsp:sp>
    <dsp:sp modelId="{630871FA-6A53-44AE-B752-918DA73742AE}">
      <dsp:nvSpPr>
        <dsp:cNvPr id="0" name=""/>
        <dsp:cNvSpPr/>
      </dsp:nvSpPr>
      <dsp:spPr>
        <a:xfrm>
          <a:off x="3050141" y="1149482"/>
          <a:ext cx="2492713" cy="158287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A862F6B-170A-4E57-8233-5BE4F9905BCB}">
      <dsp:nvSpPr>
        <dsp:cNvPr id="0" name=""/>
        <dsp:cNvSpPr/>
      </dsp:nvSpPr>
      <dsp:spPr>
        <a:xfrm>
          <a:off x="3327109" y="1412601"/>
          <a:ext cx="2492713" cy="15828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baseline="0" dirty="0">
              <a:latin typeface="Franklin Gothic Medium" panose="020B0603020102020204"/>
              <a:ea typeface="+mn-ea"/>
              <a:cs typeface="+mn-cs"/>
            </a:rPr>
            <a:t>Jaden Wattley – Backend Engineer / Product Engineer</a:t>
          </a:r>
          <a:endParaRPr lang="en-US" sz="2300" kern="1200" dirty="0">
            <a:latin typeface="Franklin Gothic Medium" panose="020B0603020102020204"/>
            <a:ea typeface="+mn-ea"/>
            <a:cs typeface="+mn-cs"/>
          </a:endParaRPr>
        </a:p>
      </dsp:txBody>
      <dsp:txXfrm>
        <a:off x="3373470" y="1458962"/>
        <a:ext cx="2399991" cy="1490151"/>
      </dsp:txXfrm>
    </dsp:sp>
    <dsp:sp modelId="{23DBA986-D6A4-459F-927C-6C8164FF1B1C}">
      <dsp:nvSpPr>
        <dsp:cNvPr id="0" name=""/>
        <dsp:cNvSpPr/>
      </dsp:nvSpPr>
      <dsp:spPr>
        <a:xfrm>
          <a:off x="6096791" y="1149482"/>
          <a:ext cx="2492713" cy="158287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3B264F07-3314-4445-BE95-79F6325640B9}">
      <dsp:nvSpPr>
        <dsp:cNvPr id="0" name=""/>
        <dsp:cNvSpPr/>
      </dsp:nvSpPr>
      <dsp:spPr>
        <a:xfrm>
          <a:off x="6373759" y="1412601"/>
          <a:ext cx="2492713" cy="15828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baseline="0" dirty="0">
              <a:latin typeface="Franklin Gothic Medium"/>
              <a:ea typeface="Calibri"/>
              <a:cs typeface="Calibri"/>
            </a:rPr>
            <a:t>Robert Wickliffe – Full Stack Dev</a:t>
          </a:r>
          <a:endParaRPr lang="en-US" sz="2300" kern="1200" baseline="0" dirty="0">
            <a:latin typeface="Franklin Gothic Medium"/>
            <a:ea typeface="+mn-ea"/>
            <a:cs typeface="+mn-cs"/>
          </a:endParaRPr>
        </a:p>
      </dsp:txBody>
      <dsp:txXfrm>
        <a:off x="6420120" y="1458962"/>
        <a:ext cx="2399991" cy="1490151"/>
      </dsp:txXfrm>
    </dsp:sp>
    <dsp:sp modelId="{0C161332-3E82-4DD7-B9E2-603B911773F0}">
      <dsp:nvSpPr>
        <dsp:cNvPr id="0" name=""/>
        <dsp:cNvSpPr/>
      </dsp:nvSpPr>
      <dsp:spPr>
        <a:xfrm>
          <a:off x="9143441" y="1149482"/>
          <a:ext cx="2492713" cy="158287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9D4FDDE-A372-454F-B0A1-04381E09C6CE}">
      <dsp:nvSpPr>
        <dsp:cNvPr id="0" name=""/>
        <dsp:cNvSpPr/>
      </dsp:nvSpPr>
      <dsp:spPr>
        <a:xfrm>
          <a:off x="9420409" y="1412601"/>
          <a:ext cx="2492713" cy="158287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baseline="0" dirty="0">
              <a:latin typeface="Franklin Gothic Medium" panose="020B0603020102020204"/>
              <a:ea typeface="+mn-ea"/>
              <a:cs typeface="+mn-cs"/>
            </a:rPr>
            <a:t>Connor Raque – </a:t>
          </a:r>
          <a:r>
            <a:rPr lang="en-US" sz="2300" b="1" kern="1200" baseline="0" dirty="0">
              <a:latin typeface="Franklin Gothic Demi Cond" panose="020B0706030402020204"/>
              <a:ea typeface="+mn-ea"/>
              <a:cs typeface="+mn-cs"/>
            </a:rPr>
            <a:t>None</a:t>
          </a:r>
        </a:p>
      </dsp:txBody>
      <dsp:txXfrm>
        <a:off x="9466770" y="1458962"/>
        <a:ext cx="2399991" cy="14901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9A1C012-8297-4361-ACE8-A2509FB18911}"/>
              </a:ext>
            </a:extLst>
          </p:cNvPr>
          <p:cNvSpPr/>
          <p:nvPr/>
        </p:nvSpPr>
        <p:spPr>
          <a:xfrm>
            <a:off x="0" y="4206240"/>
            <a:ext cx="12192000" cy="2651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EC2572-8518-46FF-8F60-FE2963DF4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>
            <a:lvl1pPr algn="ctr"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C76A-7715-48A4-8CF5-14BBF6196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>
            <a:norm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2D4EF84-F7DF-49C5-9285-301284ADB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1266E04-79AF-49EF-86BC-DB29D304B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0DF5B53-9A9A-46CE-A910-25ADA587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387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80910-921F-4143-AB01-0F0AFC290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182FC-5A0B-4C24-A6ED-990ED5BA9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6172F4-3DB0-4AE3-8926-081B7803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5F1358-C731-465B-BCB1-2CCBFD6EC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59536-57D3-4C8A-A207-568465A32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77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81E0804-8E9E-4C6E-B18D-44FE715B239E}"/>
              </a:ext>
            </a:extLst>
          </p:cNvPr>
          <p:cNvSpPr/>
          <p:nvPr/>
        </p:nvSpPr>
        <p:spPr>
          <a:xfrm>
            <a:off x="0" y="0"/>
            <a:ext cx="12192000" cy="42249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278AA1-17A5-44BF-8791-EACDA31F5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768096"/>
            <a:ext cx="10268712" cy="3136392"/>
          </a:xfrm>
        </p:spPr>
        <p:txBody>
          <a:bodyPr anchor="b">
            <a:normAutofit/>
          </a:bodyPr>
          <a:lstStyle>
            <a:lvl1pPr>
              <a:defRPr sz="72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203A5-DA79-4778-AB85-150365748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4544568"/>
            <a:ext cx="10268712" cy="1545336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E3B1B5E-0912-44AE-BAED-70B980E53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46C82F1-A7B2-4F03-A26B-59D79BF5B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1DC1ABC-47A9-477B-A29D-F6690EE6B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531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5F398-F05F-4793-9FA5-5B817EB95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7F1CD-2CD4-4BBB-AB36-73A20B1A8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0120" y="2587752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7BBE02-B884-4CCC-9CBD-13B792BBA2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2992" y="2583371"/>
            <a:ext cx="4815840" cy="359359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7FBE509-AA68-4D63-A589-AD5DE7FFF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1A4D52-57E4-4F45-BC2C-9FD73E9CE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76AD5E1-358D-4236-85AE-74713259E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711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D32C-166A-4FBE-B24D-C2576909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1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EC567-F249-462A-B71A-9C40D50E2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0120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B7D2C6-69D1-4DE4-BF68-5FB0623DB9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9944" y="2587752"/>
            <a:ext cx="4818888" cy="892048"/>
          </a:xfrm>
        </p:spPr>
        <p:txBody>
          <a:bodyPr anchor="ctr"/>
          <a:lstStyle>
            <a:lvl1pPr marL="0" indent="0">
              <a:buNone/>
              <a:defRPr sz="26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367CC7-ED09-4F8D-A39A-C5969D33B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9944" y="3594538"/>
            <a:ext cx="4818888" cy="25868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92A44F-DE98-4FB5-B474-5DCCDD267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ACC79DA-A9E4-4E93-93F1-81907A901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04DFE57-AA80-4ED8-AD77-35CC56F3F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B62259C-ADDF-4293-AD3B-AB2E04A7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80311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BA0-DC57-452F-85B7-C979AA69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1C53797-8D72-4774-AC93-EB9FDD65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E945AB7-1A32-4516-ABF9-B40958AE2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22923C3-1D67-4089-A6B1-9A10315E8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531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A8DC1-14F6-453B-A724-D6493F063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63FF0-1A91-4698-B12A-112D05373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6D53-44B3-4F04-93FD-9756A601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5143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3A0FE-F7E3-433E-9A29-D778690D2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2591850"/>
            <a:ext cx="6045644" cy="3593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4B15D-55F5-4208-AF40-41CAFEB56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8A46CE7-2F0F-4C85-B633-B9FCB8347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0900919-3A73-4918-9D97-8DBE7ABB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BC1001-E44E-4A9A-9E60-2E319A84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125AC31-022C-40AA-B65C-C9AC4839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4091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97A575-703F-410E-9A84-F9B578FEAE8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0" y="2267712"/>
            <a:ext cx="6571469" cy="4590288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18B509-934D-400A-A922-45B61AC6E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35971" y="2587752"/>
            <a:ext cx="3992856" cy="3593592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813C51-6954-4F3A-A043-D1BCC8B50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AC32FB-49A3-40E4-9D24-177597043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>
              <a:effectLst>
                <a:outerShdw blurRad="50800" dist="38100" dir="2700000" algn="tl" rotWithShape="0">
                  <a:prstClr val="black">
                    <a:alpha val="43000"/>
                  </a:prstClr>
                </a:outerShdw>
              </a:effectLst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C93F5E6-DAE6-447B-8038-5F4C9A799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FF97FB-514D-4FE8-A9A4-E9A111A56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3749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327B9-64C6-4AFE-8E67-F60CD17A8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2656D-F600-4D76-8A0F-BDBE7875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13412-4939-4879-B91F-BB5B029B6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237DB9-DE7D-4687-82D7-612600F06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9356-0444-4C23-82D3-E2FDE28D3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122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EB51B7C-D548-4AB7-90A4-C196105E6D56}"/>
              </a:ext>
            </a:extLst>
          </p:cNvPr>
          <p:cNvSpPr/>
          <p:nvPr/>
        </p:nvSpPr>
        <p:spPr>
          <a:xfrm>
            <a:off x="7108274" y="0"/>
            <a:ext cx="50837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DC521B-8B54-4843-9FF4-B2C30FA004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51740" y="643467"/>
            <a:ext cx="3477092" cy="5533495"/>
          </a:xfrm>
        </p:spPr>
        <p:txBody>
          <a:bodyPr vert="eaVert" tIns="91440" bIns="9144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0E3F10-9E27-41E6-A965-4243E37BE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60120" y="643467"/>
            <a:ext cx="5504687" cy="5533496"/>
          </a:xfrm>
        </p:spPr>
        <p:txBody>
          <a:bodyPr vert="eaVert" tIns="91440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41D62D-51A0-4AD7-8027-BF548FB6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7898" y="6356350"/>
            <a:ext cx="252279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857492-A701-44A1-B1D5-7B2C8CD06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D2E8AE-F1AA-4D19-A434-102501D3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2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D153959-30FA-4987-A094-7243641F474B}"/>
              </a:ext>
            </a:extLst>
          </p:cNvPr>
          <p:cNvSpPr/>
          <p:nvPr/>
        </p:nvSpPr>
        <p:spPr>
          <a:xfrm>
            <a:off x="0" y="0"/>
            <a:ext cx="12192000" cy="22649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216229-A6DB-436A-B327-667E80F0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B351D-270D-480D-8AF5-6A213ED2B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120" y="2587752"/>
            <a:ext cx="10268712" cy="3593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B0E73-3310-4A8F-BB4A-7A6A99121A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03720" y="6356350"/>
            <a:ext cx="323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just">
              <a:defRPr sz="1200" spc="50" baseline="0">
                <a:solidFill>
                  <a:schemeClr val="tx1"/>
                </a:solidFill>
              </a:defRPr>
            </a:lvl1pPr>
          </a:lstStyle>
          <a:p>
            <a:pPr algn="r"/>
            <a:fld id="{A37D6D71-8B28-4ED6-B932-04B197003D23}" type="datetimeFigureOut">
              <a:rPr lang="en-US" dirty="0"/>
              <a:pPr algn="r"/>
              <a:t>12/1/2025</a:t>
            </a:fld>
            <a:endParaRPr lang="en-US" spc="5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1C4C0-515B-4404-A780-C31E7DFE5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0120" y="6356350"/>
            <a:ext cx="5504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cap="all" spc="50" baseline="0">
                <a:solidFill>
                  <a:schemeClr val="tx1"/>
                </a:solidFill>
              </a:defRPr>
            </a:lvl1pPr>
          </a:lstStyle>
          <a:p>
            <a:endParaRPr lang="en-US" spc="5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C30C7-F013-428C-A6F7-A8CCCD14C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96144" y="6356350"/>
            <a:ext cx="9326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pPr algn="l"/>
            <a:fld id="{F97E8200-1950-409B-82E7-99938E7AE355}" type="slidenum">
              <a:rPr lang="en-US" dirty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68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 cap="all" spc="12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1000"/>
        </a:lnSpc>
        <a:spcBef>
          <a:spcPts val="700"/>
        </a:spcBef>
        <a:spcAft>
          <a:spcPts val="700"/>
        </a:spcAft>
        <a:buFont typeface="Arial" panose="020B0604020202020204" pitchFamily="34" charset="0"/>
        <a:buNone/>
        <a:defRPr sz="26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23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27432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ClrTx/>
        <a:buFont typeface="Wingdings" panose="05000000000000000000" pitchFamily="2" charset="2"/>
        <a:buChar char="§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594360" indent="0" algn="l" defTabSz="914400" rtl="0" eaLnBrk="1" latinLnBrk="0" hangingPunct="1">
        <a:lnSpc>
          <a:spcPct val="101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800" b="1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jpe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640080"/>
            <a:ext cx="10268712" cy="3227832"/>
          </a:xfrm>
        </p:spPr>
        <p:txBody>
          <a:bodyPr anchor="b">
            <a:normAutofit/>
          </a:bodyPr>
          <a:lstStyle/>
          <a:p>
            <a:r>
              <a:rPr lang="en-US"/>
              <a:t>Food Truck Ordering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0120" y="4526280"/>
            <a:ext cx="10268712" cy="15087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9/10/2025</a:t>
            </a:r>
          </a:p>
          <a:p>
            <a:r>
              <a:rPr lang="en-US" dirty="0"/>
              <a:t>Jaden W, Sean S, and Robert 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456F17F-E649-D6C9-C2CF-DBD50D115D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120" y="2591850"/>
            <a:ext cx="3811905" cy="327713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9F07B-D825-751A-767B-C738909C1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dirty="0"/>
              <a:t>Project Overview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1D290BEB-60E6-D522-DCB8-6647153787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4410290"/>
              </p:ext>
            </p:extLst>
          </p:nvPr>
        </p:nvGraphicFramePr>
        <p:xfrm>
          <a:off x="5183188" y="2591850"/>
          <a:ext cx="6045644" cy="35935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7" name="Picture 16" descr="7,500+ Food Truck Stock Illustrations, Royalty-Free Vector Graphics &amp; Clip  Art - iStock | Food truck festival, Street food, Concession stand">
            <a:extLst>
              <a:ext uri="{FF2B5EF4-FFF2-40B4-BE49-F238E27FC236}">
                <a16:creationId xmlns:a16="http://schemas.microsoft.com/office/drawing/2014/main" id="{301802B7-ABF1-611D-F107-F224198530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30" y="2765107"/>
            <a:ext cx="4343400" cy="3735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497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C3D0A-443E-CD51-0E00-3DC5E621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58B2E-A949-256D-CCD6-73AE4FEBA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1E7DD-17EB-7AAE-18F0-3811F164F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Functional Requirements 1.1</a:t>
            </a:r>
          </a:p>
          <a:p>
            <a:pPr lvl="1"/>
            <a:r>
              <a:rPr lang="en-US" dirty="0"/>
              <a:t>FR1 – Website Form Submission</a:t>
            </a:r>
          </a:p>
          <a:p>
            <a:pPr lvl="1"/>
            <a:r>
              <a:rPr lang="en-US" dirty="0"/>
              <a:t>ID: FR1</a:t>
            </a:r>
          </a:p>
          <a:p>
            <a:pPr lvl="1"/>
            <a:r>
              <a:rPr lang="en-US" dirty="0"/>
              <a:t>Title: Checkout</a:t>
            </a:r>
          </a:p>
          <a:p>
            <a:pPr lvl="1"/>
            <a:r>
              <a:rPr lang="en-US" dirty="0"/>
              <a:t>Description: The webpage should be able to accept user submission and be able to send it to the backend</a:t>
            </a:r>
          </a:p>
          <a:p>
            <a:pPr lvl="1"/>
            <a:r>
              <a:rPr lang="en-US" dirty="0"/>
              <a:t>Priority: high</a:t>
            </a:r>
          </a:p>
          <a:p>
            <a:pPr lvl="1"/>
            <a:r>
              <a:rPr lang="en-US" dirty="0"/>
              <a:t>Dependency: none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959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2FAC6-9B8B-031A-CF05-150BF5FAD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E64DC-2AFC-4F64-50A1-8518C595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6FBE-AAE9-8202-E038-8C6A1184D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Functional Requirements 1.2</a:t>
            </a:r>
            <a:endParaRPr lang="en-US"/>
          </a:p>
          <a:p>
            <a:pPr lvl="1"/>
            <a:r>
              <a:rPr lang="en-US" dirty="0"/>
              <a:t>FR2 – </a:t>
            </a:r>
            <a:r>
              <a:rPr lang="en-US" dirty="0">
                <a:ea typeface="+mn-lt"/>
                <a:cs typeface="+mn-lt"/>
              </a:rPr>
              <a:t>Submission Handling in Backend</a:t>
            </a:r>
          </a:p>
          <a:p>
            <a:pPr lvl="1"/>
            <a:r>
              <a:rPr lang="en-US" dirty="0"/>
              <a:t>ID: FR2</a:t>
            </a:r>
          </a:p>
          <a:p>
            <a:pPr lvl="1"/>
            <a:r>
              <a:rPr lang="en-US" dirty="0"/>
              <a:t>Title: Backend reception</a:t>
            </a:r>
          </a:p>
          <a:p>
            <a:pPr lvl="1"/>
            <a:r>
              <a:rPr lang="en-US" dirty="0"/>
              <a:t>Description: The back end of the program should be capable of receiving an order from the website.</a:t>
            </a:r>
          </a:p>
          <a:p>
            <a:pPr lvl="1"/>
            <a:r>
              <a:rPr lang="en-US" dirty="0"/>
              <a:t>Priority: High</a:t>
            </a:r>
          </a:p>
          <a:p>
            <a:pPr lvl="1"/>
            <a:r>
              <a:rPr lang="en-US" dirty="0"/>
              <a:t>Dependency: FR1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632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1870-C136-DFB4-F68C-B611BD34A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0C3C9-3D6D-7340-04EA-F8D6BEBB9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51190-FAC9-608A-B999-7887E434E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Non-</a:t>
            </a:r>
            <a:r>
              <a:rPr lang="en-US" dirty="0"/>
              <a:t>Functional Requirements 1.3</a:t>
            </a:r>
          </a:p>
          <a:p>
            <a:pPr lvl="1"/>
            <a:r>
              <a:rPr lang="en-US" dirty="0"/>
              <a:t>NFR3 – Cart list</a:t>
            </a:r>
          </a:p>
          <a:p>
            <a:pPr lvl="1"/>
            <a:r>
              <a:rPr lang="en-US" dirty="0"/>
              <a:t>ID: NFR3 </a:t>
            </a:r>
          </a:p>
          <a:p>
            <a:pPr lvl="1"/>
            <a:r>
              <a:rPr lang="en-US" dirty="0"/>
              <a:t>Title: Cart summary of items</a:t>
            </a:r>
          </a:p>
          <a:p>
            <a:pPr lvl="1"/>
            <a:r>
              <a:rPr lang="en-US" dirty="0"/>
              <a:t>Description: the webapp should show a cart at the bottom next to submit that shows details of everything selected</a:t>
            </a:r>
          </a:p>
          <a:p>
            <a:pPr lvl="1"/>
            <a:r>
              <a:rPr lang="en-US" dirty="0"/>
              <a:t>Priority: low</a:t>
            </a:r>
          </a:p>
          <a:p>
            <a:pPr lvl="1"/>
            <a:r>
              <a:rPr lang="en-US" dirty="0"/>
              <a:t>Dependency: FR1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313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B9CD4-0A31-55B4-4A71-E4B148EF0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657DD-A4D5-CAAB-B62C-80421C42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60FE2-EB95-4EE1-FCD9-D7A320C01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sz="2300" dirty="0"/>
              <a:t>Non-Functional Requirements 1.4</a:t>
            </a:r>
          </a:p>
          <a:p>
            <a:pPr lvl="1"/>
            <a:r>
              <a:rPr lang="en-US" dirty="0"/>
              <a:t>NFR4 – Order Confirmation</a:t>
            </a:r>
          </a:p>
          <a:p>
            <a:pPr lvl="1"/>
            <a:r>
              <a:rPr lang="en-US" dirty="0"/>
              <a:t>ID: NFR4 </a:t>
            </a:r>
          </a:p>
          <a:p>
            <a:pPr lvl="1"/>
            <a:r>
              <a:rPr lang="en-US" dirty="0"/>
              <a:t>Title: Order Confirmation Screen</a:t>
            </a:r>
          </a:p>
          <a:p>
            <a:pPr lvl="1"/>
            <a:r>
              <a:rPr lang="en-US" dirty="0"/>
              <a:t>Description: upon submission the order confirmation screen should be shown, and simple details about the order should be shown such as order #, price, items w/ customizations</a:t>
            </a:r>
          </a:p>
          <a:p>
            <a:pPr lvl="1"/>
            <a:r>
              <a:rPr lang="en-US" dirty="0"/>
              <a:t>Priority: low</a:t>
            </a:r>
          </a:p>
          <a:p>
            <a:pPr lvl="1"/>
            <a:r>
              <a:rPr lang="en-US" dirty="0"/>
              <a:t>Dependency: FR1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683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B5D2E-3275-FB07-2D17-89962742E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64CC1-1CCB-0268-5D44-DC6C95D3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20121-A57A-8A22-129F-2C0D0ACD4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Functional Requirements 1.5</a:t>
            </a:r>
          </a:p>
          <a:p>
            <a:pPr lvl="1"/>
            <a:r>
              <a:rPr lang="en-US" dirty="0"/>
              <a:t>FR5 – Live Order Queue</a:t>
            </a:r>
          </a:p>
          <a:p>
            <a:pPr lvl="1"/>
            <a:r>
              <a:rPr lang="en-US" dirty="0"/>
              <a:t>ID: FR5 </a:t>
            </a:r>
          </a:p>
          <a:p>
            <a:pPr lvl="1"/>
            <a:r>
              <a:rPr lang="en-US" dirty="0"/>
              <a:t>Title: Order Queue Display</a:t>
            </a:r>
          </a:p>
          <a:p>
            <a:pPr lvl="1"/>
            <a:r>
              <a:rPr lang="en-US" dirty="0"/>
              <a:t>Description: the food truck side of the program should display the current orders and be capable of marking them as complete and removing orders</a:t>
            </a:r>
          </a:p>
          <a:p>
            <a:pPr lvl="1"/>
            <a:r>
              <a:rPr lang="en-US" dirty="0"/>
              <a:t>Priority: High</a:t>
            </a:r>
          </a:p>
          <a:p>
            <a:pPr lvl="1"/>
            <a:r>
              <a:rPr lang="en-US" dirty="0"/>
              <a:t>Dependency: FR2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431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F6A2D-1E9A-23C7-F636-E9BCC9CC4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dirty="0"/>
              <a:t>Priority of 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9EE04C2-4725-5169-C7F4-51E4EE5D9A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1334840"/>
              </p:ext>
            </p:extLst>
          </p:nvPr>
        </p:nvGraphicFramePr>
        <p:xfrm>
          <a:off x="2291070" y="1239384"/>
          <a:ext cx="10268712" cy="35935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2665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8F889-CF76-D5A4-E7B2-B45D44150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Development Plan – Agile/Iterative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868F9BFE-6833-8CBF-8623-01001157DB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0540040"/>
              </p:ext>
            </p:extLst>
          </p:nvPr>
        </p:nvGraphicFramePr>
        <p:xfrm>
          <a:off x="960120" y="2587752"/>
          <a:ext cx="10268712" cy="35935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41713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D45C2-2738-2CE7-1D8A-D282DB70B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dirty="0"/>
              <a:t>Process Management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5B4EE2-23DD-287B-8CD9-4D79A96B0D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8704" y="1716895"/>
            <a:ext cx="10711543" cy="51393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58856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30C7C-9AA2-6EA3-BDCD-44AEA7EE1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317814"/>
            <a:ext cx="10268712" cy="1700784"/>
          </a:xfrm>
        </p:spPr>
        <p:txBody>
          <a:bodyPr anchor="ctr">
            <a:normAutofit/>
          </a:bodyPr>
          <a:lstStyle/>
          <a:p>
            <a:r>
              <a:rPr lang="en-US" dirty="0"/>
              <a:t>Team Roles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60014D-43C3-C8AB-BF42-E9B676CB26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5279817"/>
              </p:ext>
            </p:extLst>
          </p:nvPr>
        </p:nvGraphicFramePr>
        <p:xfrm>
          <a:off x="61828" y="2439070"/>
          <a:ext cx="11916614" cy="41449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70439829"/>
      </p:ext>
    </p:extLst>
  </p:cSld>
  <p:clrMapOvr>
    <a:masterClrMapping/>
  </p:clrMapOvr>
</p:sld>
</file>

<file path=ppt/theme/theme1.xml><?xml version="1.0" encoding="utf-8"?>
<a:theme xmlns:a="http://schemas.openxmlformats.org/drawingml/2006/main" name="JuxtaposeVTI">
  <a:themeElements>
    <a:clrScheme name="JuxtaposeVTI">
      <a:dk1>
        <a:sysClr val="windowText" lastClr="000000"/>
      </a:dk1>
      <a:lt1>
        <a:sysClr val="window" lastClr="FFFFFF"/>
      </a:lt1>
      <a:dk2>
        <a:srgbClr val="3F3F3F"/>
      </a:dk2>
      <a:lt2>
        <a:srgbClr val="F8F7F5"/>
      </a:lt2>
      <a:accent1>
        <a:srgbClr val="F99700"/>
      </a:accent1>
      <a:accent2>
        <a:srgbClr val="00BAC7"/>
      </a:accent2>
      <a:accent3>
        <a:srgbClr val="FF5C21"/>
      </a:accent3>
      <a:accent4>
        <a:srgbClr val="6F7EFD"/>
      </a:accent4>
      <a:accent5>
        <a:srgbClr val="ACACAC"/>
      </a:accent5>
      <a:accent6>
        <a:srgbClr val="737373"/>
      </a:accent6>
      <a:hlink>
        <a:srgbClr val="0099FF"/>
      </a:hlink>
      <a:folHlink>
        <a:srgbClr val="868686"/>
      </a:folHlink>
    </a:clrScheme>
    <a:fontScheme name="JuxtaposeVTI">
      <a:majorFont>
        <a:latin typeface="Franklin Gothic Demi Cond" panose="020B0706030402020204"/>
        <a:ea typeface=""/>
        <a:cs typeface=""/>
      </a:majorFont>
      <a:minorFont>
        <a:latin typeface="Franklin Gothic Medium" panose="020B0603020102020204"/>
        <a:ea typeface=""/>
        <a:cs typeface=""/>
      </a:minorFont>
    </a:fontScheme>
    <a:fmtScheme name="Juxtapo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uxtaposeVTI" id="{B0236716-CA63-41C1-B6AD-997AE15F064B}" vid="{0E0AE8FC-D493-434E-BDCC-ED5FFB2DAEE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</TotalTime>
  <Words>416</Words>
  <Application>Microsoft Office PowerPoint</Application>
  <PresentationFormat>Widescreen</PresentationFormat>
  <Paragraphs>66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Franklin Gothic Demi Cond</vt:lpstr>
      <vt:lpstr>Franklin Gothic Medium</vt:lpstr>
      <vt:lpstr>Wingdings</vt:lpstr>
      <vt:lpstr>JuxtaposeVTI</vt:lpstr>
      <vt:lpstr>Food Truck Ordering</vt:lpstr>
      <vt:lpstr>Project Overview</vt:lpstr>
      <vt:lpstr>Requirements</vt:lpstr>
      <vt:lpstr>Requirements</vt:lpstr>
      <vt:lpstr>Requirements</vt:lpstr>
      <vt:lpstr>Requirements</vt:lpstr>
      <vt:lpstr>Requirements</vt:lpstr>
      <vt:lpstr>Priority of Requirements</vt:lpstr>
      <vt:lpstr>Development Plan – Agile/Iterative</vt:lpstr>
      <vt:lpstr>Process Management</vt:lpstr>
      <vt:lpstr>Team Roles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Sean Staley</cp:lastModifiedBy>
  <cp:revision>262</cp:revision>
  <dcterms:created xsi:type="dcterms:W3CDTF">2025-09-08T17:49:01Z</dcterms:created>
  <dcterms:modified xsi:type="dcterms:W3CDTF">2025-12-01T15:36:49Z</dcterms:modified>
</cp:coreProperties>
</file>